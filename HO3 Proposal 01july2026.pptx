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256" r:id="rId5"/>
    <p:sldId id="257" r:id="rId6"/>
    <p:sldId id="264" r:id="rId7"/>
    <p:sldId id="268" r:id="rId8"/>
    <p:sldId id="260" r:id="rId9"/>
    <p:sldId id="266" r:id="rId10"/>
    <p:sldId id="265" r:id="rId11"/>
    <p:sldId id="262" r:id="rId12"/>
    <p:sldId id="263" r:id="rId13"/>
    <p:sldId id="275" r:id="rId14"/>
  </p:sldIdLst>
  <p:sldSz cx="9144000" cy="12192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7F7"/>
    <a:srgbClr val="D6DCE5"/>
    <a:srgbClr val="3E7090"/>
    <a:srgbClr val="F5F9F9"/>
    <a:srgbClr val="685135"/>
    <a:srgbClr val="BDA07D"/>
    <a:srgbClr val="627272"/>
    <a:srgbClr val="93A5A8"/>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8EBE9E-0A44-46DA-AA54-5275CB5FD1DC}" v="43" dt="2026-06-03T14:38:22.3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vratsinas" userId="ed47a8a9-1f50-477f-a64b-934e443efc6d" providerId="ADAL" clId="{D62DC3A7-1069-4675-8C93-FD09E150C9B3}"/>
    <pc:docChg chg="undo custSel modSld">
      <pc:chgData name="john vratsinas" userId="ed47a8a9-1f50-477f-a64b-934e443efc6d" providerId="ADAL" clId="{D62DC3A7-1069-4675-8C93-FD09E150C9B3}" dt="2026-06-03T14:38:22.397" v="42" actId="207"/>
      <pc:docMkLst>
        <pc:docMk/>
      </pc:docMkLst>
      <pc:sldChg chg="modSp mod">
        <pc:chgData name="john vratsinas" userId="ed47a8a9-1f50-477f-a64b-934e443efc6d" providerId="ADAL" clId="{D62DC3A7-1069-4675-8C93-FD09E150C9B3}" dt="2026-06-03T14:36:21.980" v="9" actId="20577"/>
        <pc:sldMkLst>
          <pc:docMk/>
          <pc:sldMk cId="972569183" sldId="256"/>
        </pc:sldMkLst>
        <pc:spChg chg="mod">
          <ac:chgData name="john vratsinas" userId="ed47a8a9-1f50-477f-a64b-934e443efc6d" providerId="ADAL" clId="{D62DC3A7-1069-4675-8C93-FD09E150C9B3}" dt="2026-06-03T14:36:21.980" v="9" actId="20577"/>
          <ac:spMkLst>
            <pc:docMk/>
            <pc:sldMk cId="972569183" sldId="256"/>
            <ac:spMk id="4" creationId="{A3D64C50-A740-468A-8AB6-F949358D80A6}"/>
          </ac:spMkLst>
        </pc:spChg>
      </pc:sldChg>
      <pc:sldChg chg="modSp mod">
        <pc:chgData name="john vratsinas" userId="ed47a8a9-1f50-477f-a64b-934e443efc6d" providerId="ADAL" clId="{D62DC3A7-1069-4675-8C93-FD09E150C9B3}" dt="2026-06-03T14:38:22.397" v="42" actId="207"/>
        <pc:sldMkLst>
          <pc:docMk/>
          <pc:sldMk cId="2651097598" sldId="260"/>
        </pc:sldMkLst>
        <pc:graphicFrameChg chg="modGraphic">
          <ac:chgData name="john vratsinas" userId="ed47a8a9-1f50-477f-a64b-934e443efc6d" providerId="ADAL" clId="{D62DC3A7-1069-4675-8C93-FD09E150C9B3}" dt="2026-06-03T14:38:13.351" v="38" actId="207"/>
          <ac:graphicFrameMkLst>
            <pc:docMk/>
            <pc:sldMk cId="2651097598" sldId="260"/>
            <ac:graphicFrameMk id="2" creationId="{16083870-9BD5-EB32-1C25-8B8DEF29F03E}"/>
          </ac:graphicFrameMkLst>
        </pc:graphicFrameChg>
        <pc:graphicFrameChg chg="modGraphic">
          <ac:chgData name="john vratsinas" userId="ed47a8a9-1f50-477f-a64b-934e443efc6d" providerId="ADAL" clId="{D62DC3A7-1069-4675-8C93-FD09E150C9B3}" dt="2026-06-03T14:38:22.397" v="42" actId="207"/>
          <ac:graphicFrameMkLst>
            <pc:docMk/>
            <pc:sldMk cId="2651097598" sldId="260"/>
            <ac:graphicFrameMk id="4" creationId="{8E84A7F5-4F95-3469-1090-3D2BB6BE1726}"/>
          </ac:graphicFrameMkLst>
        </pc:graphicFrameChg>
        <pc:graphicFrameChg chg="modGraphic">
          <ac:chgData name="john vratsinas" userId="ed47a8a9-1f50-477f-a64b-934e443efc6d" providerId="ADAL" clId="{D62DC3A7-1069-4675-8C93-FD09E150C9B3}" dt="2026-06-03T14:38:17.673" v="40" actId="207"/>
          <ac:graphicFrameMkLst>
            <pc:docMk/>
            <pc:sldMk cId="2651097598" sldId="260"/>
            <ac:graphicFrameMk id="14" creationId="{91F8ED24-C1A4-032A-72E9-3790297CCF9F}"/>
          </ac:graphicFrameMkLst>
        </pc:graphicFrameChg>
      </pc:sldChg>
      <pc:sldChg chg="modSp mod">
        <pc:chgData name="john vratsinas" userId="ed47a8a9-1f50-477f-a64b-934e443efc6d" providerId="ADAL" clId="{D62DC3A7-1069-4675-8C93-FD09E150C9B3}" dt="2026-06-03T14:38:01.021" v="34" actId="20577"/>
        <pc:sldMkLst>
          <pc:docMk/>
          <pc:sldMk cId="274662561" sldId="268"/>
        </pc:sldMkLst>
        <pc:spChg chg="mod">
          <ac:chgData name="john vratsinas" userId="ed47a8a9-1f50-477f-a64b-934e443efc6d" providerId="ADAL" clId="{D62DC3A7-1069-4675-8C93-FD09E150C9B3}" dt="2026-06-03T14:38:01.021" v="34" actId="20577"/>
          <ac:spMkLst>
            <pc:docMk/>
            <pc:sldMk cId="274662561" sldId="268"/>
            <ac:spMk id="3" creationId="{74EBC55A-E380-5B69-0BB9-78962908E8DE}"/>
          </ac:spMkLst>
        </pc:spChg>
        <pc:graphicFrameChg chg="modGraphic">
          <ac:chgData name="john vratsinas" userId="ed47a8a9-1f50-477f-a64b-934e443efc6d" providerId="ADAL" clId="{D62DC3A7-1069-4675-8C93-FD09E150C9B3}" dt="2026-06-03T14:36:42.415" v="10" actId="207"/>
          <ac:graphicFrameMkLst>
            <pc:docMk/>
            <pc:sldMk cId="274662561" sldId="268"/>
            <ac:graphicFrameMk id="2" creationId="{B5C511D1-8D02-02A0-39CA-2B0112036E38}"/>
          </ac:graphicFrameMkLst>
        </pc:graphicFrameChg>
        <pc:graphicFrameChg chg="modGraphic">
          <ac:chgData name="john vratsinas" userId="ed47a8a9-1f50-477f-a64b-934e443efc6d" providerId="ADAL" clId="{D62DC3A7-1069-4675-8C93-FD09E150C9B3}" dt="2026-06-03T14:37:00.904" v="12" actId="207"/>
          <ac:graphicFrameMkLst>
            <pc:docMk/>
            <pc:sldMk cId="274662561" sldId="268"/>
            <ac:graphicFrameMk id="8" creationId="{C672BE23-39B6-81A8-6CED-4AD8BCA14AF7}"/>
          </ac:graphicFrameMkLst>
        </pc:graphicFrameChg>
        <pc:graphicFrameChg chg="modGraphic">
          <ac:chgData name="john vratsinas" userId="ed47a8a9-1f50-477f-a64b-934e443efc6d" providerId="ADAL" clId="{D62DC3A7-1069-4675-8C93-FD09E150C9B3}" dt="2026-06-03T14:36:50.749" v="11" actId="207"/>
          <ac:graphicFrameMkLst>
            <pc:docMk/>
            <pc:sldMk cId="274662561" sldId="268"/>
            <ac:graphicFrameMk id="14" creationId="{F2C50FB1-02C6-684D-2152-F9304D39AAFE}"/>
          </ac:graphicFrameMkLst>
        </pc:graphicFrameChg>
        <pc:graphicFrameChg chg="modGraphic">
          <ac:chgData name="john vratsinas" userId="ed47a8a9-1f50-477f-a64b-934e443efc6d" providerId="ADAL" clId="{D62DC3A7-1069-4675-8C93-FD09E150C9B3}" dt="2026-06-03T14:37:28.340" v="14" actId="207"/>
          <ac:graphicFrameMkLst>
            <pc:docMk/>
            <pc:sldMk cId="274662561" sldId="268"/>
            <ac:graphicFrameMk id="20" creationId="{E94E8F1D-BD20-C3FA-B4EF-660D93AC29F1}"/>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300"/>
            </a:lvl1pPr>
          </a:lstStyle>
          <a:p>
            <a:endParaRPr lang="en-US"/>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970938" y="1"/>
            <a:ext cx="3037840" cy="466434"/>
          </a:xfrm>
          <a:prstGeom prst="rect">
            <a:avLst/>
          </a:prstGeom>
        </p:spPr>
        <p:txBody>
          <a:bodyPr vert="horz" lIns="93172" tIns="46586" rIns="93172" bIns="46586" rtlCol="0"/>
          <a:lstStyle>
            <a:lvl1pPr algn="r">
              <a:defRPr sz="1300"/>
            </a:lvl1pPr>
          </a:lstStyle>
          <a:p>
            <a:fld id="{0F37A4CE-17BB-4BB2-AC7B-97495293E2AC}" type="datetimeFigureOut">
              <a:rPr lang="en-US" smtClean="0"/>
              <a:t>6/3/2026</a:t>
            </a:fld>
            <a:endParaRPr lang="en-US"/>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829967"/>
            <a:ext cx="3037840" cy="466433"/>
          </a:xfrm>
          <a:prstGeom prst="rect">
            <a:avLst/>
          </a:prstGeom>
        </p:spPr>
        <p:txBody>
          <a:bodyPr vert="horz" lIns="93172" tIns="46586" rIns="93172" bIns="46586" rtlCol="0" anchor="b"/>
          <a:lstStyle>
            <a:lvl1pPr algn="l">
              <a:defRPr sz="1300"/>
            </a:lvl1pPr>
          </a:lstStyle>
          <a:p>
            <a:endParaRPr lang="en-US"/>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970938" y="8829967"/>
            <a:ext cx="3037840" cy="466433"/>
          </a:xfrm>
          <a:prstGeom prst="rect">
            <a:avLst/>
          </a:prstGeom>
        </p:spPr>
        <p:txBody>
          <a:bodyPr vert="horz" lIns="93172" tIns="46586" rIns="93172" bIns="46586" rtlCol="0" anchor="b"/>
          <a:lstStyle>
            <a:lvl1pPr algn="r">
              <a:defRPr sz="1300"/>
            </a:lvl1pPr>
          </a:lstStyle>
          <a:p>
            <a:fld id="{BE0EF92D-82DD-4142-BCE8-036B91487D2E}" type="slidenum">
              <a:rPr lang="en-US" smtClean="0"/>
              <a:t>‹#›</a:t>
            </a:fld>
            <a:endParaRPr lang="en-US"/>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3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72" tIns="46586" rIns="93172" bIns="46586" rtlCol="0"/>
          <a:lstStyle>
            <a:lvl1pPr algn="r">
              <a:defRPr sz="1300"/>
            </a:lvl1pPr>
          </a:lstStyle>
          <a:p>
            <a:fld id="{2C86C8F5-2FDA-4718-81AA-24F4816BBD56}" type="datetimeFigureOut">
              <a:rPr lang="en-US" smtClean="0"/>
              <a:t>6/3/2026</a:t>
            </a:fld>
            <a:endParaRPr lang="en-US"/>
          </a:p>
        </p:txBody>
      </p:sp>
      <p:sp>
        <p:nvSpPr>
          <p:cNvPr id="4" name="Slide Image Placeholder 3"/>
          <p:cNvSpPr>
            <a:spLocks noGrp="1" noRot="1" noChangeAspect="1"/>
          </p:cNvSpPr>
          <p:nvPr>
            <p:ph type="sldImg" idx="2"/>
          </p:nvPr>
        </p:nvSpPr>
        <p:spPr>
          <a:xfrm>
            <a:off x="2328863" y="1162050"/>
            <a:ext cx="2352675" cy="3136900"/>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2" tIns="46586" rIns="93172"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2" tIns="46586" rIns="93172" bIns="46586" rtlCol="0" anchor="b"/>
          <a:lstStyle>
            <a:lvl1pPr algn="l">
              <a:defRPr sz="13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2" tIns="46586" rIns="93172" bIns="46586" rtlCol="0" anchor="b"/>
          <a:lstStyle>
            <a:lvl1pPr algn="r">
              <a:defRPr sz="1300"/>
            </a:lvl1pPr>
          </a:lstStyle>
          <a:p>
            <a:fld id="{C58EC616-C518-4358-9496-6C33B2F5FA56}" type="slidenum">
              <a:rPr lang="en-US" smtClean="0"/>
              <a:t>‹#›</a:t>
            </a:fld>
            <a:endParaRPr lang="en-US"/>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488827" y="4771369"/>
            <a:ext cx="3958886" cy="5088400"/>
          </a:xfrm>
          <a:prstGeom prst="rect">
            <a:avLst/>
          </a:prstGeom>
        </p:spPr>
        <p:txBody>
          <a:bodyPr anchor="b"/>
          <a:lstStyle>
            <a:lvl1pPr>
              <a:lnSpc>
                <a:spcPct val="100000"/>
              </a:lnSpc>
              <a:defRPr sz="5000" cap="all" spc="200" baseline="0"/>
            </a:lvl1pPr>
          </a:lstStyle>
          <a:p>
            <a:r>
              <a:rPr lang="en-US"/>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514226" y="9899910"/>
            <a:ext cx="3958886" cy="1098919"/>
          </a:xfrm>
          <a:prstGeom prst="rect">
            <a:avLst/>
          </a:prstGeom>
        </p:spPr>
        <p:txBody>
          <a:bodyPr anchor="t"/>
          <a:lstStyle>
            <a:lvl1pPr marL="0" indent="0">
              <a:buNone/>
              <a:defRPr sz="2000" b="0" i="0" spc="200" baseline="0">
                <a:solidFill>
                  <a:schemeClr val="accent4"/>
                </a:solidFill>
              </a:defRPr>
            </a:lvl1pPr>
          </a:lstStyle>
          <a:p>
            <a:pPr lvl="0"/>
            <a:r>
              <a:rPr lang="en-US"/>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107907" y="1684867"/>
            <a:ext cx="3036093" cy="8822267"/>
          </a:xfrm>
          <a:prstGeom prst="rect">
            <a:avLst/>
          </a:prstGeom>
        </p:spPr>
        <p:txBody>
          <a:bodyPr/>
          <a:lstStyle>
            <a:lvl1pPr marL="0" indent="0" algn="ctr">
              <a:buNone/>
              <a:defRPr spc="400" baseline="0"/>
            </a:lvl1pPr>
          </a:lstStyle>
          <a:p>
            <a:r>
              <a:rPr lang="en-US"/>
              <a:t>Click to add photo</a:t>
            </a:r>
          </a:p>
        </p:txBody>
      </p:sp>
    </p:spTree>
    <p:extLst>
      <p:ext uri="{BB962C8B-B14F-4D97-AF65-F5344CB8AC3E}">
        <p14:creationId xmlns:p14="http://schemas.microsoft.com/office/powerpoint/2010/main" val="2127806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C813-EE84-4C00-BDF7-2FD444FA42A0}"/>
              </a:ext>
            </a:extLst>
          </p:cNvPr>
          <p:cNvSpPr>
            <a:spLocks noGrp="1"/>
          </p:cNvSpPr>
          <p:nvPr>
            <p:ph type="title" hasCustomPrompt="1"/>
          </p:nvPr>
        </p:nvSpPr>
        <p:spPr>
          <a:xfrm>
            <a:off x="1051186" y="1675421"/>
            <a:ext cx="3520815" cy="1998919"/>
          </a:xfrm>
          <a:prstGeom prst="rect">
            <a:avLst/>
          </a:prstGeom>
        </p:spPr>
        <p:txBody>
          <a:bodyPr anchor="b"/>
          <a:lstStyle>
            <a:lvl1pPr>
              <a:defRPr sz="3200" cap="all" spc="200" baseline="0">
                <a:solidFill>
                  <a:schemeClr val="accent4"/>
                </a:solidFill>
              </a:defRPr>
            </a:lvl1pPr>
          </a:lstStyle>
          <a:p>
            <a:r>
              <a:rPr lang="en-US"/>
              <a:t>CLICK TO add title</a:t>
            </a:r>
          </a:p>
        </p:txBody>
      </p:sp>
      <p:sp>
        <p:nvSpPr>
          <p:cNvPr id="9" name="Text Placeholder 11">
            <a:extLst>
              <a:ext uri="{FF2B5EF4-FFF2-40B4-BE49-F238E27FC236}">
                <a16:creationId xmlns:a16="http://schemas.microsoft.com/office/drawing/2014/main" id="{41FB44AB-9520-4C96-A83D-2FABD15CBE70}"/>
              </a:ext>
            </a:extLst>
          </p:cNvPr>
          <p:cNvSpPr>
            <a:spLocks noGrp="1"/>
          </p:cNvSpPr>
          <p:nvPr>
            <p:ph type="body" sz="quarter" idx="16" hasCustomPrompt="1"/>
          </p:nvPr>
        </p:nvSpPr>
        <p:spPr>
          <a:xfrm>
            <a:off x="1057941" y="4141989"/>
            <a:ext cx="3044155" cy="5611615"/>
          </a:xfrm>
          <a:prstGeom prst="rect">
            <a:avLst/>
          </a:prstGeom>
        </p:spPr>
        <p:txBody>
          <a:bodyPr/>
          <a:lstStyle>
            <a:lvl1pPr marL="0" indent="0" algn="l">
              <a:lnSpc>
                <a:spcPct val="200000"/>
              </a:lnSpc>
              <a:spcBef>
                <a:spcPts val="0"/>
              </a:spcBef>
              <a:buFont typeface="Segoe UI Light" panose="020B0502040204020203" pitchFamily="34" charset="0"/>
              <a:buNone/>
              <a:defRPr sz="2000" cap="none" spc="50" baseline="0">
                <a:solidFill>
                  <a:schemeClr val="accent4"/>
                </a:solidFill>
                <a:latin typeface="+mn-lt"/>
              </a:defRPr>
            </a:lvl1pPr>
          </a:lstStyle>
          <a:p>
            <a:pPr lvl="0"/>
            <a:r>
              <a:rPr lang="en-US"/>
              <a:t>Click to add text</a:t>
            </a:r>
          </a:p>
        </p:txBody>
      </p:sp>
      <p:sp>
        <p:nvSpPr>
          <p:cNvPr id="4" name="Date Placeholder 3">
            <a:extLst>
              <a:ext uri="{FF2B5EF4-FFF2-40B4-BE49-F238E27FC236}">
                <a16:creationId xmlns:a16="http://schemas.microsoft.com/office/drawing/2014/main" id="{3A6B1A04-4BA1-4FCF-B19E-6A052911CC2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9DD33EA-800C-403C-867B-B4178A7C375B}"/>
              </a:ext>
            </a:extLst>
          </p:cNvPr>
          <p:cNvSpPr>
            <a:spLocks noGrp="1"/>
          </p:cNvSpPr>
          <p:nvPr>
            <p:ph type="ftr" sz="quarter" idx="11"/>
          </p:nvPr>
        </p:nvSpPr>
        <p:spPr/>
        <p:txBody>
          <a:bodyPr/>
          <a:lstStyle/>
          <a:p>
            <a:endParaRPr lang="en-US"/>
          </a:p>
        </p:txBody>
      </p:sp>
      <p:sp>
        <p:nvSpPr>
          <p:cNvPr id="7" name="Picture Placeholder 2">
            <a:extLst>
              <a:ext uri="{FF2B5EF4-FFF2-40B4-BE49-F238E27FC236}">
                <a16:creationId xmlns:a16="http://schemas.microsoft.com/office/drawing/2014/main" id="{0285C91D-2914-4BB9-A857-7DFA168C761F}"/>
              </a:ext>
            </a:extLst>
          </p:cNvPr>
          <p:cNvSpPr>
            <a:spLocks noGrp="1"/>
          </p:cNvSpPr>
          <p:nvPr>
            <p:ph type="pic" sz="quarter" idx="14" hasCustomPrompt="1"/>
          </p:nvPr>
        </p:nvSpPr>
        <p:spPr>
          <a:xfrm>
            <a:off x="5387521" y="1"/>
            <a:ext cx="2698539" cy="5792187"/>
          </a:xfrm>
          <a:prstGeom prst="rect">
            <a:avLst/>
          </a:prstGeom>
        </p:spPr>
        <p:txBody>
          <a:bodyPr/>
          <a:lstStyle>
            <a:lvl1pPr marL="0" indent="0" algn="ctr">
              <a:buNone/>
              <a:defRPr spc="400" baseline="0"/>
            </a:lvl1pPr>
          </a:lstStyle>
          <a:p>
            <a:r>
              <a:rPr lang="en-US"/>
              <a:t>Click to add photo</a:t>
            </a:r>
          </a:p>
        </p:txBody>
      </p:sp>
      <p:sp>
        <p:nvSpPr>
          <p:cNvPr id="3" name="Picture Placeholder 2">
            <a:extLst>
              <a:ext uri="{FF2B5EF4-FFF2-40B4-BE49-F238E27FC236}">
                <a16:creationId xmlns:a16="http://schemas.microsoft.com/office/drawing/2014/main" id="{C6896BB5-7888-43CA-A76C-BF7DE06DF2BD}"/>
              </a:ext>
            </a:extLst>
          </p:cNvPr>
          <p:cNvSpPr>
            <a:spLocks noGrp="1"/>
          </p:cNvSpPr>
          <p:nvPr>
            <p:ph type="pic" sz="quarter" idx="13" hasCustomPrompt="1"/>
          </p:nvPr>
        </p:nvSpPr>
        <p:spPr>
          <a:xfrm>
            <a:off x="5387521" y="6399815"/>
            <a:ext cx="2698539" cy="5792187"/>
          </a:xfrm>
          <a:prstGeom prst="rect">
            <a:avLst/>
          </a:prstGeom>
        </p:spPr>
        <p:txBody>
          <a:bodyPr/>
          <a:lstStyle>
            <a:lvl1pPr marL="0" indent="0" algn="ctr">
              <a:buNone/>
              <a:defRPr spc="400" baseline="0"/>
            </a:lvl1pPr>
          </a:lstStyle>
          <a:p>
            <a:r>
              <a:rPr lang="en-US"/>
              <a:t>Click to add photo</a:t>
            </a:r>
          </a:p>
        </p:txBody>
      </p:sp>
      <p:sp>
        <p:nvSpPr>
          <p:cNvPr id="6" name="Slide Number Placeholder 5">
            <a:extLst>
              <a:ext uri="{FF2B5EF4-FFF2-40B4-BE49-F238E27FC236}">
                <a16:creationId xmlns:a16="http://schemas.microsoft.com/office/drawing/2014/main" id="{26C8D158-80CE-4259-AE40-6EC8A072E290}"/>
              </a:ext>
            </a:extLst>
          </p:cNvPr>
          <p:cNvSpPr>
            <a:spLocks noGrp="1"/>
          </p:cNvSpPr>
          <p:nvPr>
            <p:ph type="sldNum" sz="quarter" idx="12"/>
          </p:nvPr>
        </p:nvSpPr>
        <p:spPr/>
        <p:txBody>
          <a:bodyPr/>
          <a:lstStyle/>
          <a:p>
            <a:fld id="{F91729D4-A164-47A3-830D-E792BCE699E4}" type="slidenum">
              <a:rPr lang="en-US" smtClean="0"/>
              <a:t>‹#›</a:t>
            </a:fld>
            <a:endParaRPr lang="en-US"/>
          </a:p>
        </p:txBody>
      </p:sp>
    </p:spTree>
    <p:extLst>
      <p:ext uri="{BB962C8B-B14F-4D97-AF65-F5344CB8AC3E}">
        <p14:creationId xmlns:p14="http://schemas.microsoft.com/office/powerpoint/2010/main" val="3729022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C8E4-E66E-43DD-B7F9-77510035ACC4}"/>
              </a:ext>
            </a:extLst>
          </p:cNvPr>
          <p:cNvSpPr>
            <a:spLocks noGrp="1"/>
          </p:cNvSpPr>
          <p:nvPr>
            <p:ph type="title" hasCustomPrompt="1"/>
          </p:nvPr>
        </p:nvSpPr>
        <p:spPr>
          <a:xfrm>
            <a:off x="4648201" y="5192892"/>
            <a:ext cx="3562351" cy="936977"/>
          </a:xfrm>
          <a:prstGeom prst="rect">
            <a:avLst/>
          </a:prstGeom>
        </p:spPr>
        <p:txBody>
          <a:bodyPr anchor="b"/>
          <a:lstStyle>
            <a:lvl1pPr>
              <a:defRPr sz="3200" cap="all" spc="200" baseline="0">
                <a:solidFill>
                  <a:schemeClr val="accent4"/>
                </a:solidFill>
              </a:defRPr>
            </a:lvl1pPr>
          </a:lstStyle>
          <a:p>
            <a:r>
              <a:rPr lang="en-US"/>
              <a:t>CLICK TO ADD TITLE</a:t>
            </a:r>
          </a:p>
        </p:txBody>
      </p:sp>
      <p:sp>
        <p:nvSpPr>
          <p:cNvPr id="9" name="Picture Placeholder 8">
            <a:extLst>
              <a:ext uri="{FF2B5EF4-FFF2-40B4-BE49-F238E27FC236}">
                <a16:creationId xmlns:a16="http://schemas.microsoft.com/office/drawing/2014/main" id="{3DA549A2-F99E-46CF-BFF2-0F2D5834E10E}"/>
              </a:ext>
            </a:extLst>
          </p:cNvPr>
          <p:cNvSpPr>
            <a:spLocks noGrp="1"/>
          </p:cNvSpPr>
          <p:nvPr>
            <p:ph type="pic" sz="quarter" idx="13" hasCustomPrompt="1"/>
          </p:nvPr>
        </p:nvSpPr>
        <p:spPr>
          <a:xfrm>
            <a:off x="628652" y="874889"/>
            <a:ext cx="3086100" cy="9550400"/>
          </a:xfrm>
          <a:prstGeom prst="rect">
            <a:avLst/>
          </a:prstGeom>
        </p:spPr>
        <p:txBody>
          <a:bodyPr/>
          <a:lstStyle>
            <a:lvl1pPr marL="0" indent="0">
              <a:buNone/>
              <a:defRPr spc="400" baseline="0"/>
            </a:lvl1pPr>
          </a:lstStyle>
          <a:p>
            <a:r>
              <a:rPr lang="en-US"/>
              <a:t>Click to add photo</a:t>
            </a:r>
          </a:p>
        </p:txBody>
      </p:sp>
      <p:sp>
        <p:nvSpPr>
          <p:cNvPr id="13" name="Text Placeholder 11">
            <a:extLst>
              <a:ext uri="{FF2B5EF4-FFF2-40B4-BE49-F238E27FC236}">
                <a16:creationId xmlns:a16="http://schemas.microsoft.com/office/drawing/2014/main" id="{8E76B184-0041-41D4-948C-64DE4AB097C0}"/>
              </a:ext>
            </a:extLst>
          </p:cNvPr>
          <p:cNvSpPr>
            <a:spLocks noGrp="1"/>
          </p:cNvSpPr>
          <p:nvPr>
            <p:ph type="body" sz="quarter" idx="15" hasCustomPrompt="1"/>
          </p:nvPr>
        </p:nvSpPr>
        <p:spPr>
          <a:xfrm>
            <a:off x="4648201" y="6096003"/>
            <a:ext cx="3562351" cy="3786615"/>
          </a:xfrm>
          <a:prstGeom prst="rect">
            <a:avLst/>
          </a:prstGeom>
        </p:spPr>
        <p:txBody>
          <a:bodyPr/>
          <a:lstStyle>
            <a:lvl1pPr marL="0" indent="0" algn="l">
              <a:lnSpc>
                <a:spcPct val="150000"/>
              </a:lnSpc>
              <a:spcBef>
                <a:spcPts val="0"/>
              </a:spcBef>
              <a:buNone/>
              <a:defRPr sz="1400" cap="none" spc="50" baseline="0">
                <a:latin typeface="+mn-lt"/>
              </a:defRPr>
            </a:lvl1pPr>
          </a:lstStyle>
          <a:p>
            <a:pPr lvl="0"/>
            <a:r>
              <a:rPr lang="en-US"/>
              <a:t>Click to add text</a:t>
            </a:r>
          </a:p>
        </p:txBody>
      </p:sp>
      <p:sp>
        <p:nvSpPr>
          <p:cNvPr id="4" name="Date Placeholder 3">
            <a:extLst>
              <a:ext uri="{FF2B5EF4-FFF2-40B4-BE49-F238E27FC236}">
                <a16:creationId xmlns:a16="http://schemas.microsoft.com/office/drawing/2014/main" id="{B89B09CA-52A5-4AB5-AF1F-8A21941819C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BF5B9A3-008F-4631-AAAD-66E8363F3C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547ADF-979E-4B05-BD10-4C2F27964C58}"/>
              </a:ext>
            </a:extLst>
          </p:cNvPr>
          <p:cNvSpPr>
            <a:spLocks noGrp="1"/>
          </p:cNvSpPr>
          <p:nvPr>
            <p:ph type="sldNum" sz="quarter" idx="12"/>
          </p:nvPr>
        </p:nvSpPr>
        <p:spPr/>
        <p:txBody>
          <a:bodyPr/>
          <a:lstStyle/>
          <a:p>
            <a:fld id="{F91729D4-A164-47A3-830D-E792BCE699E4}" type="slidenum">
              <a:rPr lang="en-US" smtClean="0"/>
              <a:t>‹#›</a:t>
            </a:fld>
            <a:endParaRPr lang="en-US"/>
          </a:p>
        </p:txBody>
      </p:sp>
    </p:spTree>
    <p:extLst>
      <p:ext uri="{BB962C8B-B14F-4D97-AF65-F5344CB8AC3E}">
        <p14:creationId xmlns:p14="http://schemas.microsoft.com/office/powerpoint/2010/main" val="2919361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imary Goals">
    <p:spTree>
      <p:nvGrpSpPr>
        <p:cNvPr id="1" name=""/>
        <p:cNvGrpSpPr/>
        <p:nvPr/>
      </p:nvGrpSpPr>
      <p:grpSpPr>
        <a:xfrm>
          <a:off x="0" y="0"/>
          <a:ext cx="0" cy="0"/>
          <a:chOff x="0" y="0"/>
          <a:chExt cx="0" cy="0"/>
        </a:xfrm>
      </p:grpSpPr>
      <p:sp>
        <p:nvSpPr>
          <p:cNvPr id="15" name="Picture Placeholder 2">
            <a:extLst>
              <a:ext uri="{FF2B5EF4-FFF2-40B4-BE49-F238E27FC236}">
                <a16:creationId xmlns:a16="http://schemas.microsoft.com/office/drawing/2014/main" id="{38C8EB8A-A968-4E47-AE69-9A01E7717EB1}"/>
              </a:ext>
            </a:extLst>
          </p:cNvPr>
          <p:cNvSpPr>
            <a:spLocks noGrp="1"/>
          </p:cNvSpPr>
          <p:nvPr>
            <p:ph type="pic" sz="quarter" idx="14" hasCustomPrompt="1"/>
          </p:nvPr>
        </p:nvSpPr>
        <p:spPr>
          <a:xfrm>
            <a:off x="448802" y="1063824"/>
            <a:ext cx="7233792" cy="10064352"/>
          </a:xfrm>
          <a:prstGeom prst="rect">
            <a:avLst/>
          </a:prstGeom>
        </p:spPr>
        <p:txBody>
          <a:bodyPr/>
          <a:lstStyle>
            <a:lvl1pPr marL="0" indent="0" algn="ctr">
              <a:buNone/>
              <a:defRPr spc="400" baseline="0"/>
            </a:lvl1pPr>
          </a:lstStyle>
          <a:p>
            <a:r>
              <a:rPr lang="en-US"/>
              <a:t>Click to add photo</a:t>
            </a:r>
          </a:p>
        </p:txBody>
      </p:sp>
      <p:sp>
        <p:nvSpPr>
          <p:cNvPr id="2" name="Title 1">
            <a:extLst>
              <a:ext uri="{FF2B5EF4-FFF2-40B4-BE49-F238E27FC236}">
                <a16:creationId xmlns:a16="http://schemas.microsoft.com/office/drawing/2014/main" id="{85A198BF-0DCC-40E9-B9E5-892F3CCF5439}"/>
              </a:ext>
            </a:extLst>
          </p:cNvPr>
          <p:cNvSpPr>
            <a:spLocks noGrp="1"/>
          </p:cNvSpPr>
          <p:nvPr>
            <p:ph type="title" hasCustomPrompt="1"/>
          </p:nvPr>
        </p:nvSpPr>
        <p:spPr>
          <a:xfrm>
            <a:off x="4627485" y="6122612"/>
            <a:ext cx="4516516" cy="1568887"/>
          </a:xfrm>
          <a:prstGeom prst="rect">
            <a:avLst/>
          </a:prstGeom>
          <a:solidFill>
            <a:schemeClr val="accent4">
              <a:alpha val="80000"/>
            </a:schemeClr>
          </a:solidFill>
        </p:spPr>
        <p:txBody>
          <a:bodyPr lIns="1371600" tIns="457200" anchor="ctr" anchorCtr="0"/>
          <a:lstStyle>
            <a:lvl1pPr>
              <a:defRPr sz="3200" cap="all" spc="200" baseline="0">
                <a:solidFill>
                  <a:schemeClr val="bg1"/>
                </a:solidFill>
              </a:defRPr>
            </a:lvl1pPr>
          </a:lstStyle>
          <a:p>
            <a:r>
              <a:rPr lang="en-US"/>
              <a:t>Click to add title</a:t>
            </a:r>
          </a:p>
        </p:txBody>
      </p:sp>
      <p:sp>
        <p:nvSpPr>
          <p:cNvPr id="9" name="Text Placeholder 11">
            <a:extLst>
              <a:ext uri="{FF2B5EF4-FFF2-40B4-BE49-F238E27FC236}">
                <a16:creationId xmlns:a16="http://schemas.microsoft.com/office/drawing/2014/main" id="{FAD04F8B-0B18-4B5F-B3A8-8EEDC439F5F5}"/>
              </a:ext>
            </a:extLst>
          </p:cNvPr>
          <p:cNvSpPr>
            <a:spLocks noGrp="1"/>
          </p:cNvSpPr>
          <p:nvPr>
            <p:ph type="body" sz="quarter" idx="16" hasCustomPrompt="1"/>
          </p:nvPr>
        </p:nvSpPr>
        <p:spPr>
          <a:xfrm>
            <a:off x="4627485" y="7691499"/>
            <a:ext cx="4516516" cy="1476292"/>
          </a:xfrm>
          <a:prstGeom prst="rect">
            <a:avLst/>
          </a:prstGeom>
          <a:solidFill>
            <a:schemeClr val="accent4">
              <a:alpha val="80000"/>
            </a:schemeClr>
          </a:solidFill>
        </p:spPr>
        <p:txBody>
          <a:bodyPr lIns="1371600" bIns="365760" anchor="ctr"/>
          <a:lstStyle>
            <a:lvl1pPr marL="0" indent="0" algn="l">
              <a:buNone/>
              <a:defRPr sz="2000" i="0" cap="none" spc="200" baseline="0">
                <a:solidFill>
                  <a:schemeClr val="bg1"/>
                </a:solidFill>
                <a:latin typeface="+mj-lt"/>
              </a:defRPr>
            </a:lvl1pPr>
          </a:lstStyle>
          <a:p>
            <a:pPr lvl="0"/>
            <a:r>
              <a:rPr lang="en-US"/>
              <a:t>Click to add title</a:t>
            </a:r>
          </a:p>
        </p:txBody>
      </p:sp>
    </p:spTree>
    <p:extLst>
      <p:ext uri="{BB962C8B-B14F-4D97-AF65-F5344CB8AC3E}">
        <p14:creationId xmlns:p14="http://schemas.microsoft.com/office/powerpoint/2010/main" val="1593073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rterly Performan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E33C-7BB8-4644-AC43-EAFCF071A501}"/>
              </a:ext>
            </a:extLst>
          </p:cNvPr>
          <p:cNvSpPr>
            <a:spLocks noGrp="1"/>
          </p:cNvSpPr>
          <p:nvPr>
            <p:ph type="title" hasCustomPrompt="1"/>
          </p:nvPr>
        </p:nvSpPr>
        <p:spPr>
          <a:xfrm>
            <a:off x="832248" y="886984"/>
            <a:ext cx="7479507" cy="1009552"/>
          </a:xfrm>
          <a:prstGeom prst="rect">
            <a:avLst/>
          </a:prstGeom>
        </p:spPr>
        <p:txBody>
          <a:bodyPr/>
          <a:lstStyle>
            <a:lvl1pPr algn="ctr">
              <a:defRPr sz="3200" cap="all" spc="200" baseline="0">
                <a:solidFill>
                  <a:schemeClr val="accent4"/>
                </a:solidFill>
              </a:defRPr>
            </a:lvl1pPr>
          </a:lstStyle>
          <a:p>
            <a:r>
              <a:rPr lang="en-US"/>
              <a:t>Click to add title</a:t>
            </a:r>
          </a:p>
        </p:txBody>
      </p:sp>
      <p:sp>
        <p:nvSpPr>
          <p:cNvPr id="7" name="Date Placeholder 6">
            <a:extLst>
              <a:ext uri="{FF2B5EF4-FFF2-40B4-BE49-F238E27FC236}">
                <a16:creationId xmlns:a16="http://schemas.microsoft.com/office/drawing/2014/main" id="{A36A6D30-3C9B-4105-8529-1FC3C4799157}"/>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6F6CE03B-D3BE-49C6-B2A4-0E17803F19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EB961D-2B84-4E52-A71A-1C55CFFD8FFB}"/>
              </a:ext>
            </a:extLst>
          </p:cNvPr>
          <p:cNvSpPr>
            <a:spLocks noGrp="1"/>
          </p:cNvSpPr>
          <p:nvPr>
            <p:ph type="sldNum" sz="quarter" idx="12"/>
          </p:nvPr>
        </p:nvSpPr>
        <p:spPr/>
        <p:txBody>
          <a:bodyPr/>
          <a:lstStyle/>
          <a:p>
            <a:fld id="{F91729D4-A164-47A3-830D-E792BCE699E4}" type="slidenum">
              <a:rPr lang="en-US" smtClean="0"/>
              <a:t>‹#›</a:t>
            </a:fld>
            <a:endParaRPr lang="en-US"/>
          </a:p>
        </p:txBody>
      </p:sp>
    </p:spTree>
    <p:extLst>
      <p:ext uri="{BB962C8B-B14F-4D97-AF65-F5344CB8AC3E}">
        <p14:creationId xmlns:p14="http://schemas.microsoft.com/office/powerpoint/2010/main" val="3367271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reas of Growt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AA794-F088-4753-95A0-021064EE61C0}"/>
              </a:ext>
            </a:extLst>
          </p:cNvPr>
          <p:cNvSpPr>
            <a:spLocks noGrp="1"/>
          </p:cNvSpPr>
          <p:nvPr>
            <p:ph type="title" hasCustomPrompt="1"/>
          </p:nvPr>
        </p:nvSpPr>
        <p:spPr>
          <a:xfrm>
            <a:off x="628652" y="878519"/>
            <a:ext cx="7886700" cy="1009552"/>
          </a:xfrm>
          <a:prstGeom prst="rect">
            <a:avLst/>
          </a:prstGeom>
        </p:spPr>
        <p:txBody>
          <a:bodyPr/>
          <a:lstStyle>
            <a:lvl1pPr algn="ctr">
              <a:defRPr sz="3200" cap="all" spc="200" baseline="0">
                <a:solidFill>
                  <a:schemeClr val="accent4"/>
                </a:solidFill>
              </a:defRPr>
            </a:lvl1pPr>
          </a:lstStyle>
          <a:p>
            <a:r>
              <a:rPr lang="en-US"/>
              <a:t>Click to add title</a:t>
            </a:r>
          </a:p>
        </p:txBody>
      </p:sp>
      <p:sp>
        <p:nvSpPr>
          <p:cNvPr id="3" name="Date Placeholder 2">
            <a:extLst>
              <a:ext uri="{FF2B5EF4-FFF2-40B4-BE49-F238E27FC236}">
                <a16:creationId xmlns:a16="http://schemas.microsoft.com/office/drawing/2014/main" id="{57C3E83D-2F76-4F03-9EF6-81DED406531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3D99F77-FE1A-4CD5-8B1C-50D8981A1E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4CA1C4-7C3D-4FAE-B5FC-D235F6D9E1E8}"/>
              </a:ext>
            </a:extLst>
          </p:cNvPr>
          <p:cNvSpPr>
            <a:spLocks noGrp="1"/>
          </p:cNvSpPr>
          <p:nvPr>
            <p:ph type="sldNum" sz="quarter" idx="12"/>
          </p:nvPr>
        </p:nvSpPr>
        <p:spPr/>
        <p:txBody>
          <a:bodyPr/>
          <a:lstStyle/>
          <a:p>
            <a:fld id="{F91729D4-A164-47A3-830D-E792BCE699E4}" type="slidenum">
              <a:rPr lang="en-US" smtClean="0"/>
              <a:t>‹#›</a:t>
            </a:fld>
            <a:endParaRPr lang="en-US"/>
          </a:p>
        </p:txBody>
      </p:sp>
    </p:spTree>
    <p:extLst>
      <p:ext uri="{BB962C8B-B14F-4D97-AF65-F5344CB8AC3E}">
        <p14:creationId xmlns:p14="http://schemas.microsoft.com/office/powerpoint/2010/main" val="1139488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8E96375-73CE-4ED7-90B6-293AB27ED0AD}"/>
              </a:ext>
            </a:extLst>
          </p:cNvPr>
          <p:cNvSpPr>
            <a:spLocks noGrp="1"/>
          </p:cNvSpPr>
          <p:nvPr>
            <p:ph type="pic" sz="quarter" idx="13" hasCustomPrompt="1"/>
          </p:nvPr>
        </p:nvSpPr>
        <p:spPr>
          <a:xfrm>
            <a:off x="0" y="0"/>
            <a:ext cx="9144000" cy="12192000"/>
          </a:xfrm>
          <a:prstGeom prst="rect">
            <a:avLst/>
          </a:prstGeom>
        </p:spPr>
        <p:txBody>
          <a:bodyPr/>
          <a:lstStyle>
            <a:lvl1pPr marL="0" indent="0" algn="ctr">
              <a:buNone/>
              <a:defRPr spc="400" baseline="0"/>
            </a:lvl1pPr>
          </a:lstStyle>
          <a:p>
            <a:r>
              <a:rPr lang="en-US"/>
              <a:t>Click to add photo</a:t>
            </a:r>
          </a:p>
        </p:txBody>
      </p:sp>
      <p:sp>
        <p:nvSpPr>
          <p:cNvPr id="15" name="Title 14">
            <a:extLst>
              <a:ext uri="{FF2B5EF4-FFF2-40B4-BE49-F238E27FC236}">
                <a16:creationId xmlns:a16="http://schemas.microsoft.com/office/drawing/2014/main" id="{4E8AED7C-EFC3-4427-AD37-E7AA4AF0CF8C}"/>
              </a:ext>
            </a:extLst>
          </p:cNvPr>
          <p:cNvSpPr>
            <a:spLocks noGrp="1"/>
          </p:cNvSpPr>
          <p:nvPr>
            <p:ph type="title" hasCustomPrompt="1"/>
          </p:nvPr>
        </p:nvSpPr>
        <p:spPr>
          <a:xfrm>
            <a:off x="-2" y="2101175"/>
            <a:ext cx="9144000" cy="5959515"/>
          </a:xfrm>
          <a:custGeom>
            <a:avLst/>
            <a:gdLst>
              <a:gd name="connsiteX0" fmla="*/ 11721830 w 12192000"/>
              <a:gd name="connsiteY0" fmla="*/ 0 h 3352227"/>
              <a:gd name="connsiteX1" fmla="*/ 12192000 w 12192000"/>
              <a:gd name="connsiteY1" fmla="*/ 0 h 3352227"/>
              <a:gd name="connsiteX2" fmla="*/ 12192000 w 12192000"/>
              <a:gd name="connsiteY2" fmla="*/ 3352227 h 3352227"/>
              <a:gd name="connsiteX3" fmla="*/ 11721830 w 12192000"/>
              <a:gd name="connsiteY3" fmla="*/ 3352227 h 3352227"/>
              <a:gd name="connsiteX4" fmla="*/ 0 w 12192000"/>
              <a:gd name="connsiteY4" fmla="*/ 0 h 3352227"/>
              <a:gd name="connsiteX5" fmla="*/ 5525311 w 12192000"/>
              <a:gd name="connsiteY5" fmla="*/ 0 h 3352227"/>
              <a:gd name="connsiteX6" fmla="*/ 5525311 w 12192000"/>
              <a:gd name="connsiteY6" fmla="*/ 3352227 h 3352227"/>
              <a:gd name="connsiteX7" fmla="*/ 0 w 12192000"/>
              <a:gd name="connsiteY7" fmla="*/ 3352227 h 335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352227">
                <a:moveTo>
                  <a:pt x="11721830" y="0"/>
                </a:moveTo>
                <a:lnTo>
                  <a:pt x="12192000" y="0"/>
                </a:lnTo>
                <a:lnTo>
                  <a:pt x="12192000" y="3352227"/>
                </a:lnTo>
                <a:lnTo>
                  <a:pt x="11721830" y="3352227"/>
                </a:lnTo>
                <a:close/>
                <a:moveTo>
                  <a:pt x="0" y="0"/>
                </a:moveTo>
                <a:lnTo>
                  <a:pt x="5525311" y="0"/>
                </a:lnTo>
                <a:lnTo>
                  <a:pt x="5525311" y="3352227"/>
                </a:lnTo>
                <a:lnTo>
                  <a:pt x="0" y="3352227"/>
                </a:lnTo>
                <a:close/>
              </a:path>
            </a:pathLst>
          </a:custGeom>
          <a:solidFill>
            <a:schemeClr val="accent4">
              <a:lumMod val="20000"/>
              <a:lumOff val="80000"/>
              <a:alpha val="85000"/>
            </a:schemeClr>
          </a:solidFill>
        </p:spPr>
        <p:txBody>
          <a:bodyPr lIns="960120" rIns="7315200" anchor="b"/>
          <a:lstStyle>
            <a:lvl1pPr>
              <a:defRPr lang="en-US" sz="3200" cap="all" spc="200" baseline="0" dirty="0"/>
            </a:lvl1pPr>
          </a:lstStyle>
          <a:p>
            <a:pPr marL="0" lvl="0"/>
            <a:r>
              <a:rPr lang="en-US"/>
              <a:t>Click to add title</a:t>
            </a:r>
          </a:p>
        </p:txBody>
      </p:sp>
      <p:sp>
        <p:nvSpPr>
          <p:cNvPr id="16" name="Text Placeholder 15">
            <a:extLst>
              <a:ext uri="{FF2B5EF4-FFF2-40B4-BE49-F238E27FC236}">
                <a16:creationId xmlns:a16="http://schemas.microsoft.com/office/drawing/2014/main" id="{72FF0B66-A4D6-423A-AC8B-48E8CD7DF8B7}"/>
              </a:ext>
            </a:extLst>
          </p:cNvPr>
          <p:cNvSpPr>
            <a:spLocks noGrp="1"/>
          </p:cNvSpPr>
          <p:nvPr>
            <p:ph type="body" sz="quarter" idx="16" hasCustomPrompt="1"/>
          </p:nvPr>
        </p:nvSpPr>
        <p:spPr>
          <a:xfrm>
            <a:off x="-2" y="8060689"/>
            <a:ext cx="9144000" cy="2030139"/>
          </a:xfrm>
          <a:custGeom>
            <a:avLst/>
            <a:gdLst>
              <a:gd name="connsiteX0" fmla="*/ 11721830 w 12192000"/>
              <a:gd name="connsiteY0" fmla="*/ 1 h 1141953"/>
              <a:gd name="connsiteX1" fmla="*/ 12192000 w 12192000"/>
              <a:gd name="connsiteY1" fmla="*/ 1 h 1141953"/>
              <a:gd name="connsiteX2" fmla="*/ 12192000 w 12192000"/>
              <a:gd name="connsiteY2" fmla="*/ 1141953 h 1141953"/>
              <a:gd name="connsiteX3" fmla="*/ 11721830 w 12192000"/>
              <a:gd name="connsiteY3" fmla="*/ 1141953 h 1141953"/>
              <a:gd name="connsiteX4" fmla="*/ 0 w 12192000"/>
              <a:gd name="connsiteY4" fmla="*/ 0 h 1141953"/>
              <a:gd name="connsiteX5" fmla="*/ 5525311 w 12192000"/>
              <a:gd name="connsiteY5" fmla="*/ 0 h 1141953"/>
              <a:gd name="connsiteX6" fmla="*/ 5525311 w 12192000"/>
              <a:gd name="connsiteY6" fmla="*/ 1141952 h 1141953"/>
              <a:gd name="connsiteX7" fmla="*/ 0 w 12192000"/>
              <a:gd name="connsiteY7" fmla="*/ 1141952 h 114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41953">
                <a:moveTo>
                  <a:pt x="11721830" y="1"/>
                </a:moveTo>
                <a:lnTo>
                  <a:pt x="12192000" y="1"/>
                </a:lnTo>
                <a:lnTo>
                  <a:pt x="12192000" y="1141953"/>
                </a:lnTo>
                <a:lnTo>
                  <a:pt x="11721830" y="1141953"/>
                </a:lnTo>
                <a:close/>
                <a:moveTo>
                  <a:pt x="0" y="0"/>
                </a:moveTo>
                <a:lnTo>
                  <a:pt x="5525311" y="0"/>
                </a:lnTo>
                <a:lnTo>
                  <a:pt x="5525311" y="1141952"/>
                </a:lnTo>
                <a:lnTo>
                  <a:pt x="0" y="1141952"/>
                </a:lnTo>
                <a:close/>
              </a:path>
            </a:pathLst>
          </a:custGeom>
          <a:solidFill>
            <a:schemeClr val="accent4">
              <a:lumMod val="20000"/>
              <a:lumOff val="80000"/>
              <a:alpha val="85000"/>
            </a:schemeClr>
          </a:solidFill>
        </p:spPr>
        <p:txBody>
          <a:bodyPr lIns="960120" tIns="137160" rIns="6400800" anchor="t"/>
          <a:lstStyle>
            <a:lvl1pPr marL="0" indent="0">
              <a:buNone/>
              <a:defRPr lang="en-US" sz="2000" b="0" i="0" spc="200" baseline="0" dirty="0">
                <a:solidFill>
                  <a:schemeClr val="accent5">
                    <a:lumMod val="50000"/>
                  </a:schemeClr>
                </a:solidFill>
              </a:defRPr>
            </a:lvl1pPr>
          </a:lstStyle>
          <a:p>
            <a:pPr marL="228594" lvl="0" indent="-228594"/>
            <a:r>
              <a:rPr lang="en-US"/>
              <a:t>Click to add name</a:t>
            </a:r>
          </a:p>
        </p:txBody>
      </p:sp>
      <p:sp>
        <p:nvSpPr>
          <p:cNvPr id="2" name="Date Placeholder 1">
            <a:extLst>
              <a:ext uri="{FF2B5EF4-FFF2-40B4-BE49-F238E27FC236}">
                <a16:creationId xmlns:a16="http://schemas.microsoft.com/office/drawing/2014/main" id="{AC52883E-0EA3-4DCA-BB78-AD84BBE53F80}"/>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a:p>
        </p:txBody>
      </p:sp>
      <p:sp>
        <p:nvSpPr>
          <p:cNvPr id="3" name="Footer Placeholder 2">
            <a:extLst>
              <a:ext uri="{FF2B5EF4-FFF2-40B4-BE49-F238E27FC236}">
                <a16:creationId xmlns:a16="http://schemas.microsoft.com/office/drawing/2014/main" id="{C31860F9-7B15-486D-B68B-1D5E02F61DEA}"/>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a:p>
        </p:txBody>
      </p:sp>
      <p:sp>
        <p:nvSpPr>
          <p:cNvPr id="4" name="Slide Number Placeholder 3">
            <a:extLst>
              <a:ext uri="{FF2B5EF4-FFF2-40B4-BE49-F238E27FC236}">
                <a16:creationId xmlns:a16="http://schemas.microsoft.com/office/drawing/2014/main" id="{190B89DE-8ADC-4391-8EAF-C713EA69935F}"/>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F91729D4-A164-47A3-830D-E792BCE699E4}" type="slidenum">
              <a:rPr lang="en-US" smtClean="0"/>
              <a:pPr/>
              <a:t>‹#›</a:t>
            </a:fld>
            <a:endParaRPr lang="en-US"/>
          </a:p>
        </p:txBody>
      </p:sp>
    </p:spTree>
    <p:extLst>
      <p:ext uri="{BB962C8B-B14F-4D97-AF65-F5344CB8AC3E}">
        <p14:creationId xmlns:p14="http://schemas.microsoft.com/office/powerpoint/2010/main" val="580063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_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886F38-E337-4504-BF25-D65176023E6B}"/>
              </a:ext>
              <a:ext uri="{C183D7F6-B498-43B3-948B-1728B52AA6E4}">
                <adec:decorative xmlns:adec="http://schemas.microsoft.com/office/drawing/2017/decorative" val="1"/>
              </a:ext>
            </a:extLst>
          </p:cNvPr>
          <p:cNvSpPr/>
          <p:nvPr userDrawn="1"/>
        </p:nvSpPr>
        <p:spPr>
          <a:xfrm>
            <a:off x="0" y="7598688"/>
            <a:ext cx="9144000" cy="4593313"/>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D93D2BF-453A-45BE-9E29-EC3F8D9F55CE}"/>
              </a:ext>
            </a:extLst>
          </p:cNvPr>
          <p:cNvSpPr>
            <a:spLocks noGrp="1"/>
          </p:cNvSpPr>
          <p:nvPr>
            <p:ph type="title" hasCustomPrompt="1"/>
          </p:nvPr>
        </p:nvSpPr>
        <p:spPr>
          <a:xfrm>
            <a:off x="749884" y="2644495"/>
            <a:ext cx="1936166" cy="2356556"/>
          </a:xfrm>
          <a:prstGeom prst="rect">
            <a:avLst/>
          </a:prstGeom>
        </p:spPr>
        <p:txBody>
          <a:bodyPr anchor="b"/>
          <a:lstStyle>
            <a:lvl1pPr algn="ctr">
              <a:defRPr sz="3200" cap="all" spc="200" baseline="0">
                <a:solidFill>
                  <a:schemeClr val="accent4"/>
                </a:solidFill>
              </a:defRPr>
            </a:lvl1pPr>
          </a:lstStyle>
          <a:p>
            <a:r>
              <a:rPr lang="en-US"/>
              <a:t>Click to add title</a:t>
            </a:r>
          </a:p>
        </p:txBody>
      </p:sp>
      <p:sp>
        <p:nvSpPr>
          <p:cNvPr id="51" name="Picture Placeholder 9">
            <a:extLst>
              <a:ext uri="{FF2B5EF4-FFF2-40B4-BE49-F238E27FC236}">
                <a16:creationId xmlns:a16="http://schemas.microsoft.com/office/drawing/2014/main" id="{C47B8159-559E-42C4-AA5B-7642DE427455}"/>
              </a:ext>
            </a:extLst>
          </p:cNvPr>
          <p:cNvSpPr>
            <a:spLocks noGrp="1"/>
          </p:cNvSpPr>
          <p:nvPr>
            <p:ph type="pic" sz="quarter" idx="23" hasCustomPrompt="1"/>
          </p:nvPr>
        </p:nvSpPr>
        <p:spPr>
          <a:xfrm>
            <a:off x="3595223" y="1204302"/>
            <a:ext cx="1768239" cy="2884311"/>
          </a:xfrm>
          <a:prstGeom prst="rect">
            <a:avLst/>
          </a:prstGeom>
        </p:spPr>
        <p:txBody>
          <a:bodyPr/>
          <a:lstStyle>
            <a:lvl1pPr marL="0" indent="0" algn="ctr">
              <a:buNone/>
              <a:defRPr/>
            </a:lvl1pPr>
          </a:lstStyle>
          <a:p>
            <a:r>
              <a:rPr lang="en-US"/>
              <a:t>Click to add photo</a:t>
            </a:r>
          </a:p>
        </p:txBody>
      </p:sp>
      <p:sp>
        <p:nvSpPr>
          <p:cNvPr id="52" name="Text Placeholder 17">
            <a:extLst>
              <a:ext uri="{FF2B5EF4-FFF2-40B4-BE49-F238E27FC236}">
                <a16:creationId xmlns:a16="http://schemas.microsoft.com/office/drawing/2014/main" id="{9E9FA76D-767D-4F48-9238-F384F4D41696}"/>
              </a:ext>
            </a:extLst>
          </p:cNvPr>
          <p:cNvSpPr>
            <a:spLocks noGrp="1"/>
          </p:cNvSpPr>
          <p:nvPr>
            <p:ph type="body" sz="quarter" idx="24" hasCustomPrompt="1"/>
          </p:nvPr>
        </p:nvSpPr>
        <p:spPr>
          <a:xfrm>
            <a:off x="3595222" y="4088610"/>
            <a:ext cx="1768239" cy="844709"/>
          </a:xfrm>
          <a:prstGeom prst="rect">
            <a:avLst/>
          </a:prstGeom>
        </p:spPr>
        <p:txBody>
          <a:bodyPr anchor="b"/>
          <a:lstStyle>
            <a:lvl1pPr marL="0" indent="0" algn="ctr">
              <a:buNone/>
              <a:defRPr sz="1600" cap="all" spc="200" baseline="0">
                <a:solidFill>
                  <a:schemeClr val="accent4"/>
                </a:solidFill>
              </a:defRPr>
            </a:lvl1pPr>
          </a:lstStyle>
          <a:p>
            <a:pPr lvl="0"/>
            <a:r>
              <a:rPr lang="en-US"/>
              <a:t>Click to add name</a:t>
            </a:r>
          </a:p>
        </p:txBody>
      </p:sp>
      <p:sp>
        <p:nvSpPr>
          <p:cNvPr id="53" name="Text Placeholder 17">
            <a:extLst>
              <a:ext uri="{FF2B5EF4-FFF2-40B4-BE49-F238E27FC236}">
                <a16:creationId xmlns:a16="http://schemas.microsoft.com/office/drawing/2014/main" id="{40F2B787-B1D2-493C-ABA2-D6E69C4800D1}"/>
              </a:ext>
            </a:extLst>
          </p:cNvPr>
          <p:cNvSpPr>
            <a:spLocks noGrp="1"/>
          </p:cNvSpPr>
          <p:nvPr>
            <p:ph type="body" sz="quarter" idx="25" hasCustomPrompt="1"/>
          </p:nvPr>
        </p:nvSpPr>
        <p:spPr>
          <a:xfrm>
            <a:off x="3595222" y="4933320"/>
            <a:ext cx="1768239" cy="844705"/>
          </a:xfrm>
          <a:prstGeom prst="rect">
            <a:avLst/>
          </a:prstGeom>
        </p:spPr>
        <p:txBody>
          <a:bodyPr/>
          <a:lstStyle>
            <a:lvl1pPr marL="0" indent="0" algn="ctr">
              <a:buNone/>
              <a:defRPr sz="1200" b="0" i="0" cap="none" spc="200" baseline="0"/>
            </a:lvl1pPr>
          </a:lstStyle>
          <a:p>
            <a:pPr lvl="0"/>
            <a:r>
              <a:rPr lang="en-US"/>
              <a:t>Click to title</a:t>
            </a:r>
          </a:p>
        </p:txBody>
      </p:sp>
      <p:sp>
        <p:nvSpPr>
          <p:cNvPr id="54" name="Picture Placeholder 9">
            <a:extLst>
              <a:ext uri="{FF2B5EF4-FFF2-40B4-BE49-F238E27FC236}">
                <a16:creationId xmlns:a16="http://schemas.microsoft.com/office/drawing/2014/main" id="{7FCC4980-412C-49F7-BF30-8693DD9EAC03}"/>
              </a:ext>
            </a:extLst>
          </p:cNvPr>
          <p:cNvSpPr>
            <a:spLocks noGrp="1"/>
          </p:cNvSpPr>
          <p:nvPr>
            <p:ph type="pic" sz="quarter" idx="26" hasCustomPrompt="1"/>
          </p:nvPr>
        </p:nvSpPr>
        <p:spPr>
          <a:xfrm>
            <a:off x="5573831" y="1204302"/>
            <a:ext cx="1768239" cy="2884311"/>
          </a:xfrm>
          <a:prstGeom prst="rect">
            <a:avLst/>
          </a:prstGeom>
        </p:spPr>
        <p:txBody>
          <a:bodyPr/>
          <a:lstStyle>
            <a:lvl1pPr marL="0" indent="0" algn="ctr">
              <a:buNone/>
              <a:defRPr/>
            </a:lvl1pPr>
          </a:lstStyle>
          <a:p>
            <a:r>
              <a:rPr lang="en-US"/>
              <a:t>Click to add photo</a:t>
            </a:r>
          </a:p>
        </p:txBody>
      </p:sp>
      <p:sp>
        <p:nvSpPr>
          <p:cNvPr id="55" name="Text Placeholder 17">
            <a:extLst>
              <a:ext uri="{FF2B5EF4-FFF2-40B4-BE49-F238E27FC236}">
                <a16:creationId xmlns:a16="http://schemas.microsoft.com/office/drawing/2014/main" id="{B9BD60DD-95CB-47D1-9C2F-5ACD38820662}"/>
              </a:ext>
            </a:extLst>
          </p:cNvPr>
          <p:cNvSpPr>
            <a:spLocks noGrp="1"/>
          </p:cNvSpPr>
          <p:nvPr>
            <p:ph type="body" sz="quarter" idx="27" hasCustomPrompt="1"/>
          </p:nvPr>
        </p:nvSpPr>
        <p:spPr>
          <a:xfrm>
            <a:off x="5573830" y="4088610"/>
            <a:ext cx="1768239" cy="844709"/>
          </a:xfrm>
          <a:prstGeom prst="rect">
            <a:avLst/>
          </a:prstGeom>
        </p:spPr>
        <p:txBody>
          <a:bodyPr anchor="b"/>
          <a:lstStyle>
            <a:lvl1pPr marL="0" indent="0" algn="ctr">
              <a:buNone/>
              <a:defRPr sz="1600" cap="all" spc="200" baseline="0">
                <a:solidFill>
                  <a:schemeClr val="accent4"/>
                </a:solidFill>
              </a:defRPr>
            </a:lvl1pPr>
          </a:lstStyle>
          <a:p>
            <a:pPr lvl="0"/>
            <a:r>
              <a:rPr lang="en-US"/>
              <a:t>Click to add name</a:t>
            </a:r>
          </a:p>
        </p:txBody>
      </p:sp>
      <p:sp>
        <p:nvSpPr>
          <p:cNvPr id="56" name="Text Placeholder 17">
            <a:extLst>
              <a:ext uri="{FF2B5EF4-FFF2-40B4-BE49-F238E27FC236}">
                <a16:creationId xmlns:a16="http://schemas.microsoft.com/office/drawing/2014/main" id="{19FF93B2-766D-4558-94BE-49F215C0FF7B}"/>
              </a:ext>
            </a:extLst>
          </p:cNvPr>
          <p:cNvSpPr>
            <a:spLocks noGrp="1"/>
          </p:cNvSpPr>
          <p:nvPr>
            <p:ph type="body" sz="quarter" idx="28" hasCustomPrompt="1"/>
          </p:nvPr>
        </p:nvSpPr>
        <p:spPr>
          <a:xfrm>
            <a:off x="5573830" y="4933320"/>
            <a:ext cx="1768239" cy="844705"/>
          </a:xfrm>
          <a:prstGeom prst="rect">
            <a:avLst/>
          </a:prstGeom>
        </p:spPr>
        <p:txBody>
          <a:bodyPr/>
          <a:lstStyle>
            <a:lvl1pPr marL="0" indent="0" algn="ctr">
              <a:buNone/>
              <a:defRPr sz="1200" b="0" i="0" cap="none" spc="200" baseline="0"/>
            </a:lvl1pPr>
          </a:lstStyle>
          <a:p>
            <a:pPr lvl="0"/>
            <a:r>
              <a:rPr lang="en-US"/>
              <a:t>Click to title</a:t>
            </a:r>
          </a:p>
        </p:txBody>
      </p:sp>
      <p:sp>
        <p:nvSpPr>
          <p:cNvPr id="57" name="Picture Placeholder 9">
            <a:extLst>
              <a:ext uri="{FF2B5EF4-FFF2-40B4-BE49-F238E27FC236}">
                <a16:creationId xmlns:a16="http://schemas.microsoft.com/office/drawing/2014/main" id="{F16F9FCC-4EE2-4D18-8257-694E9C80F547}"/>
              </a:ext>
            </a:extLst>
          </p:cNvPr>
          <p:cNvSpPr>
            <a:spLocks noGrp="1"/>
          </p:cNvSpPr>
          <p:nvPr>
            <p:ph type="pic" sz="quarter" idx="32" hasCustomPrompt="1"/>
          </p:nvPr>
        </p:nvSpPr>
        <p:spPr>
          <a:xfrm>
            <a:off x="3595223" y="5778026"/>
            <a:ext cx="1768239" cy="2884311"/>
          </a:xfrm>
          <a:prstGeom prst="rect">
            <a:avLst/>
          </a:prstGeom>
        </p:spPr>
        <p:txBody>
          <a:bodyPr/>
          <a:lstStyle>
            <a:lvl1pPr marL="0" indent="0" algn="ctr">
              <a:buNone/>
              <a:defRPr/>
            </a:lvl1pPr>
          </a:lstStyle>
          <a:p>
            <a:r>
              <a:rPr lang="en-US"/>
              <a:t>Click to add photo</a:t>
            </a:r>
          </a:p>
        </p:txBody>
      </p:sp>
      <p:sp>
        <p:nvSpPr>
          <p:cNvPr id="58" name="Text Placeholder 17">
            <a:extLst>
              <a:ext uri="{FF2B5EF4-FFF2-40B4-BE49-F238E27FC236}">
                <a16:creationId xmlns:a16="http://schemas.microsoft.com/office/drawing/2014/main" id="{F434B9BC-2EC7-4433-BAA8-039EB5BED5C0}"/>
              </a:ext>
            </a:extLst>
          </p:cNvPr>
          <p:cNvSpPr>
            <a:spLocks noGrp="1"/>
          </p:cNvSpPr>
          <p:nvPr>
            <p:ph type="body" sz="quarter" idx="33" hasCustomPrompt="1"/>
          </p:nvPr>
        </p:nvSpPr>
        <p:spPr>
          <a:xfrm>
            <a:off x="3595222" y="8662332"/>
            <a:ext cx="1768239" cy="844709"/>
          </a:xfrm>
          <a:prstGeom prst="rect">
            <a:avLst/>
          </a:prstGeom>
        </p:spPr>
        <p:txBody>
          <a:bodyPr anchor="b"/>
          <a:lstStyle>
            <a:lvl1pPr marL="0" indent="0" algn="ctr">
              <a:buNone/>
              <a:defRPr sz="1600" cap="all" spc="200" baseline="0">
                <a:solidFill>
                  <a:schemeClr val="accent4"/>
                </a:solidFill>
              </a:defRPr>
            </a:lvl1pPr>
          </a:lstStyle>
          <a:p>
            <a:pPr lvl="0"/>
            <a:r>
              <a:rPr lang="en-US"/>
              <a:t>Click to add name</a:t>
            </a:r>
          </a:p>
        </p:txBody>
      </p:sp>
      <p:sp>
        <p:nvSpPr>
          <p:cNvPr id="59" name="Text Placeholder 17">
            <a:extLst>
              <a:ext uri="{FF2B5EF4-FFF2-40B4-BE49-F238E27FC236}">
                <a16:creationId xmlns:a16="http://schemas.microsoft.com/office/drawing/2014/main" id="{6F08FB05-53FB-4C19-A35C-592C4DFDFF46}"/>
              </a:ext>
            </a:extLst>
          </p:cNvPr>
          <p:cNvSpPr>
            <a:spLocks noGrp="1"/>
          </p:cNvSpPr>
          <p:nvPr>
            <p:ph type="body" sz="quarter" idx="34" hasCustomPrompt="1"/>
          </p:nvPr>
        </p:nvSpPr>
        <p:spPr>
          <a:xfrm>
            <a:off x="3595222" y="9507042"/>
            <a:ext cx="1768239" cy="844705"/>
          </a:xfrm>
          <a:prstGeom prst="rect">
            <a:avLst/>
          </a:prstGeom>
        </p:spPr>
        <p:txBody>
          <a:bodyPr/>
          <a:lstStyle>
            <a:lvl1pPr marL="0" indent="0" algn="ctr">
              <a:lnSpc>
                <a:spcPct val="100000"/>
              </a:lnSpc>
              <a:spcBef>
                <a:spcPts val="0"/>
              </a:spcBef>
              <a:buNone/>
              <a:defRPr sz="1200" b="0" i="0" cap="none" spc="200" baseline="0"/>
            </a:lvl1pPr>
          </a:lstStyle>
          <a:p>
            <a:pPr lvl="0"/>
            <a:r>
              <a:rPr lang="en-US"/>
              <a:t>Click to title</a:t>
            </a:r>
          </a:p>
        </p:txBody>
      </p:sp>
      <p:sp>
        <p:nvSpPr>
          <p:cNvPr id="60" name="Picture Placeholder 9">
            <a:extLst>
              <a:ext uri="{FF2B5EF4-FFF2-40B4-BE49-F238E27FC236}">
                <a16:creationId xmlns:a16="http://schemas.microsoft.com/office/drawing/2014/main" id="{9589D7D2-07DF-415C-A139-E911869A1BCC}"/>
              </a:ext>
            </a:extLst>
          </p:cNvPr>
          <p:cNvSpPr>
            <a:spLocks noGrp="1"/>
          </p:cNvSpPr>
          <p:nvPr>
            <p:ph type="pic" sz="quarter" idx="35" hasCustomPrompt="1"/>
          </p:nvPr>
        </p:nvSpPr>
        <p:spPr>
          <a:xfrm>
            <a:off x="5573831" y="5778026"/>
            <a:ext cx="1768239" cy="2884311"/>
          </a:xfrm>
          <a:prstGeom prst="rect">
            <a:avLst/>
          </a:prstGeom>
        </p:spPr>
        <p:txBody>
          <a:bodyPr/>
          <a:lstStyle>
            <a:lvl1pPr marL="0" indent="0" algn="ctr">
              <a:buNone/>
              <a:defRPr/>
            </a:lvl1pPr>
          </a:lstStyle>
          <a:p>
            <a:r>
              <a:rPr lang="en-US"/>
              <a:t>Click to add photo</a:t>
            </a:r>
          </a:p>
        </p:txBody>
      </p:sp>
      <p:sp>
        <p:nvSpPr>
          <p:cNvPr id="61" name="Text Placeholder 17">
            <a:extLst>
              <a:ext uri="{FF2B5EF4-FFF2-40B4-BE49-F238E27FC236}">
                <a16:creationId xmlns:a16="http://schemas.microsoft.com/office/drawing/2014/main" id="{E622F2E3-2C07-4ABC-A803-40361BBB7386}"/>
              </a:ext>
            </a:extLst>
          </p:cNvPr>
          <p:cNvSpPr>
            <a:spLocks noGrp="1"/>
          </p:cNvSpPr>
          <p:nvPr>
            <p:ph type="body" sz="quarter" idx="36" hasCustomPrompt="1"/>
          </p:nvPr>
        </p:nvSpPr>
        <p:spPr>
          <a:xfrm>
            <a:off x="5573830" y="8662332"/>
            <a:ext cx="1768239" cy="844709"/>
          </a:xfrm>
          <a:prstGeom prst="rect">
            <a:avLst/>
          </a:prstGeom>
        </p:spPr>
        <p:txBody>
          <a:bodyPr anchor="b"/>
          <a:lstStyle>
            <a:lvl1pPr marL="0" indent="0" algn="ctr">
              <a:buNone/>
              <a:defRPr sz="1600" cap="all" spc="200" baseline="0">
                <a:solidFill>
                  <a:schemeClr val="accent4"/>
                </a:solidFill>
              </a:defRPr>
            </a:lvl1pPr>
          </a:lstStyle>
          <a:p>
            <a:pPr lvl="0"/>
            <a:r>
              <a:rPr lang="en-US"/>
              <a:t>Click to add name</a:t>
            </a:r>
          </a:p>
        </p:txBody>
      </p:sp>
      <p:sp>
        <p:nvSpPr>
          <p:cNvPr id="62" name="Text Placeholder 17">
            <a:extLst>
              <a:ext uri="{FF2B5EF4-FFF2-40B4-BE49-F238E27FC236}">
                <a16:creationId xmlns:a16="http://schemas.microsoft.com/office/drawing/2014/main" id="{B505FD93-2404-46B6-9EE0-9CABFC5233ED}"/>
              </a:ext>
            </a:extLst>
          </p:cNvPr>
          <p:cNvSpPr>
            <a:spLocks noGrp="1"/>
          </p:cNvSpPr>
          <p:nvPr>
            <p:ph type="body" sz="quarter" idx="37" hasCustomPrompt="1"/>
          </p:nvPr>
        </p:nvSpPr>
        <p:spPr>
          <a:xfrm>
            <a:off x="5573830" y="9507042"/>
            <a:ext cx="1768239" cy="844705"/>
          </a:xfrm>
          <a:prstGeom prst="rect">
            <a:avLst/>
          </a:prstGeom>
        </p:spPr>
        <p:txBody>
          <a:bodyPr/>
          <a:lstStyle>
            <a:lvl1pPr marL="0" indent="0" algn="ctr">
              <a:buNone/>
              <a:defRPr sz="1200" b="0" i="0" cap="none" spc="200" baseline="0"/>
            </a:lvl1pPr>
          </a:lstStyle>
          <a:p>
            <a:pPr lvl="0"/>
            <a:r>
              <a:rPr lang="en-US"/>
              <a:t>Click to title</a:t>
            </a:r>
          </a:p>
        </p:txBody>
      </p:sp>
      <p:sp>
        <p:nvSpPr>
          <p:cNvPr id="5" name="Date Placeholder 4">
            <a:extLst>
              <a:ext uri="{FF2B5EF4-FFF2-40B4-BE49-F238E27FC236}">
                <a16:creationId xmlns:a16="http://schemas.microsoft.com/office/drawing/2014/main" id="{5B91FF20-37AD-4448-896C-C37172D1626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76AF771-F500-4564-96BB-2AC1F13F9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54F218-0E34-408C-AB25-76184E9ACC54}"/>
              </a:ext>
            </a:extLst>
          </p:cNvPr>
          <p:cNvSpPr>
            <a:spLocks noGrp="1"/>
          </p:cNvSpPr>
          <p:nvPr>
            <p:ph type="sldNum" sz="quarter" idx="12"/>
          </p:nvPr>
        </p:nvSpPr>
        <p:spPr/>
        <p:txBody>
          <a:bodyPr/>
          <a:lstStyle/>
          <a:p>
            <a:fld id="{F91729D4-A164-47A3-830D-E792BCE699E4}" type="slidenum">
              <a:rPr lang="en-US" smtClean="0"/>
              <a:t>‹#›</a:t>
            </a:fld>
            <a:endParaRPr lang="en-US"/>
          </a:p>
        </p:txBody>
      </p:sp>
    </p:spTree>
    <p:extLst>
      <p:ext uri="{BB962C8B-B14F-4D97-AF65-F5344CB8AC3E}">
        <p14:creationId xmlns:p14="http://schemas.microsoft.com/office/powerpoint/2010/main" val="780753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_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886F38-E337-4504-BF25-D65176023E6B}"/>
              </a:ext>
              <a:ext uri="{C183D7F6-B498-43B3-948B-1728B52AA6E4}">
                <adec:decorative xmlns:adec="http://schemas.microsoft.com/office/drawing/2017/decorative" val="1"/>
              </a:ext>
            </a:extLst>
          </p:cNvPr>
          <p:cNvSpPr/>
          <p:nvPr userDrawn="1"/>
        </p:nvSpPr>
        <p:spPr>
          <a:xfrm>
            <a:off x="0" y="7598688"/>
            <a:ext cx="9144000" cy="4593313"/>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850116A5-69B8-43BF-B141-AC2A4B6CEB97}"/>
              </a:ext>
            </a:extLst>
          </p:cNvPr>
          <p:cNvSpPr>
            <a:spLocks noGrp="1"/>
          </p:cNvSpPr>
          <p:nvPr>
            <p:ph type="title" hasCustomPrompt="1"/>
          </p:nvPr>
        </p:nvSpPr>
        <p:spPr>
          <a:xfrm>
            <a:off x="252164" y="2147020"/>
            <a:ext cx="2227617" cy="2885177"/>
          </a:xfrm>
          <a:prstGeom prst="rect">
            <a:avLst/>
          </a:prstGeom>
        </p:spPr>
        <p:txBody>
          <a:bodyPr anchor="b"/>
          <a:lstStyle>
            <a:lvl1pPr algn="ctr">
              <a:defRPr sz="3200" cap="all" spc="200" baseline="0">
                <a:solidFill>
                  <a:schemeClr val="accent4"/>
                </a:solidFill>
              </a:defRPr>
            </a:lvl1pPr>
          </a:lstStyle>
          <a:p>
            <a:r>
              <a:rPr lang="en-US"/>
              <a:t>Click to add title</a:t>
            </a:r>
          </a:p>
        </p:txBody>
      </p:sp>
      <p:sp>
        <p:nvSpPr>
          <p:cNvPr id="10" name="Picture Placeholder 9">
            <a:extLst>
              <a:ext uri="{FF2B5EF4-FFF2-40B4-BE49-F238E27FC236}">
                <a16:creationId xmlns:a16="http://schemas.microsoft.com/office/drawing/2014/main" id="{6D283EBF-8FBA-4A7A-9DCE-23E0BF7F6AAC}"/>
              </a:ext>
            </a:extLst>
          </p:cNvPr>
          <p:cNvSpPr>
            <a:spLocks noGrp="1"/>
          </p:cNvSpPr>
          <p:nvPr>
            <p:ph type="pic" sz="quarter" idx="15" hasCustomPrompt="1"/>
          </p:nvPr>
        </p:nvSpPr>
        <p:spPr>
          <a:xfrm>
            <a:off x="2835415" y="2051056"/>
            <a:ext cx="1059038" cy="2039601"/>
          </a:xfrm>
          <a:prstGeom prst="rect">
            <a:avLst/>
          </a:prstGeom>
        </p:spPr>
        <p:txBody>
          <a:bodyPr/>
          <a:lstStyle>
            <a:lvl1pPr marL="0" indent="0" algn="ctr">
              <a:buNone/>
              <a:defRPr/>
            </a:lvl1pPr>
          </a:lstStyle>
          <a:p>
            <a:r>
              <a:rPr lang="en-US"/>
              <a:t>Click to add photo</a:t>
            </a:r>
          </a:p>
        </p:txBody>
      </p:sp>
      <p:sp>
        <p:nvSpPr>
          <p:cNvPr id="18" name="Text Placeholder 17">
            <a:extLst>
              <a:ext uri="{FF2B5EF4-FFF2-40B4-BE49-F238E27FC236}">
                <a16:creationId xmlns:a16="http://schemas.microsoft.com/office/drawing/2014/main" id="{48D76D02-A6E3-446F-B85B-CAD9ED06415D}"/>
              </a:ext>
            </a:extLst>
          </p:cNvPr>
          <p:cNvSpPr>
            <a:spLocks noGrp="1"/>
          </p:cNvSpPr>
          <p:nvPr>
            <p:ph type="body" sz="quarter" idx="21" hasCustomPrompt="1"/>
          </p:nvPr>
        </p:nvSpPr>
        <p:spPr>
          <a:xfrm>
            <a:off x="2588801" y="4088610"/>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a:t>Click to add name</a:t>
            </a:r>
          </a:p>
        </p:txBody>
      </p:sp>
      <p:sp>
        <p:nvSpPr>
          <p:cNvPr id="19" name="Text Placeholder 17">
            <a:extLst>
              <a:ext uri="{FF2B5EF4-FFF2-40B4-BE49-F238E27FC236}">
                <a16:creationId xmlns:a16="http://schemas.microsoft.com/office/drawing/2014/main" id="{90954B1A-CAD7-4645-A1B3-1A5EFD54C975}"/>
              </a:ext>
            </a:extLst>
          </p:cNvPr>
          <p:cNvSpPr>
            <a:spLocks noGrp="1"/>
          </p:cNvSpPr>
          <p:nvPr>
            <p:ph type="body" sz="quarter" idx="22" hasCustomPrompt="1"/>
          </p:nvPr>
        </p:nvSpPr>
        <p:spPr>
          <a:xfrm>
            <a:off x="2588801" y="4933321"/>
            <a:ext cx="1552268" cy="1194892"/>
          </a:xfrm>
          <a:prstGeom prst="rect">
            <a:avLst/>
          </a:prstGeom>
        </p:spPr>
        <p:txBody>
          <a:bodyPr/>
          <a:lstStyle>
            <a:lvl1pPr marL="0" indent="0" algn="ctr">
              <a:lnSpc>
                <a:spcPct val="100000"/>
              </a:lnSpc>
              <a:buNone/>
              <a:defRPr sz="1100" b="0" i="0" cap="none" spc="200" baseline="0"/>
            </a:lvl1pPr>
          </a:lstStyle>
          <a:p>
            <a:pPr lvl="0"/>
            <a:r>
              <a:rPr lang="en-US"/>
              <a:t>Click to add title</a:t>
            </a:r>
          </a:p>
        </p:txBody>
      </p:sp>
      <p:sp>
        <p:nvSpPr>
          <p:cNvPr id="28" name="Picture Placeholder 9">
            <a:extLst>
              <a:ext uri="{FF2B5EF4-FFF2-40B4-BE49-F238E27FC236}">
                <a16:creationId xmlns:a16="http://schemas.microsoft.com/office/drawing/2014/main" id="{D517EAC0-89E0-4247-B048-92F65C868A7E}"/>
              </a:ext>
            </a:extLst>
          </p:cNvPr>
          <p:cNvSpPr>
            <a:spLocks noGrp="1"/>
          </p:cNvSpPr>
          <p:nvPr>
            <p:ph type="pic" sz="quarter" idx="38" hasCustomPrompt="1"/>
          </p:nvPr>
        </p:nvSpPr>
        <p:spPr>
          <a:xfrm>
            <a:off x="4418944" y="2051056"/>
            <a:ext cx="1059038" cy="2039601"/>
          </a:xfrm>
          <a:prstGeom prst="rect">
            <a:avLst/>
          </a:prstGeom>
        </p:spPr>
        <p:txBody>
          <a:bodyPr/>
          <a:lstStyle>
            <a:lvl1pPr marL="0" indent="0" algn="ctr">
              <a:buNone/>
              <a:defRPr/>
            </a:lvl1pPr>
          </a:lstStyle>
          <a:p>
            <a:r>
              <a:rPr lang="en-US"/>
              <a:t>Click to add photo</a:t>
            </a:r>
          </a:p>
        </p:txBody>
      </p:sp>
      <p:sp>
        <p:nvSpPr>
          <p:cNvPr id="11" name="Text Placeholder 17">
            <a:extLst>
              <a:ext uri="{FF2B5EF4-FFF2-40B4-BE49-F238E27FC236}">
                <a16:creationId xmlns:a16="http://schemas.microsoft.com/office/drawing/2014/main" id="{7F5710E0-5399-4C8A-9D92-390195CB6F27}"/>
              </a:ext>
            </a:extLst>
          </p:cNvPr>
          <p:cNvSpPr>
            <a:spLocks noGrp="1"/>
          </p:cNvSpPr>
          <p:nvPr>
            <p:ph type="body" sz="quarter" idx="24" hasCustomPrompt="1"/>
          </p:nvPr>
        </p:nvSpPr>
        <p:spPr>
          <a:xfrm>
            <a:off x="4172329" y="4088610"/>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a:t>Click to add name</a:t>
            </a:r>
          </a:p>
        </p:txBody>
      </p:sp>
      <p:sp>
        <p:nvSpPr>
          <p:cNvPr id="12" name="Text Placeholder 17">
            <a:extLst>
              <a:ext uri="{FF2B5EF4-FFF2-40B4-BE49-F238E27FC236}">
                <a16:creationId xmlns:a16="http://schemas.microsoft.com/office/drawing/2014/main" id="{019883F1-27DD-46A1-AD71-3AE14256007E}"/>
              </a:ext>
            </a:extLst>
          </p:cNvPr>
          <p:cNvSpPr>
            <a:spLocks noGrp="1"/>
          </p:cNvSpPr>
          <p:nvPr>
            <p:ph type="body" sz="quarter" idx="25" hasCustomPrompt="1"/>
          </p:nvPr>
        </p:nvSpPr>
        <p:spPr>
          <a:xfrm>
            <a:off x="4172329" y="4933321"/>
            <a:ext cx="1552268" cy="1194892"/>
          </a:xfrm>
          <a:prstGeom prst="rect">
            <a:avLst/>
          </a:prstGeom>
        </p:spPr>
        <p:txBody>
          <a:bodyPr/>
          <a:lstStyle>
            <a:lvl1pPr marL="0" indent="0" algn="ctr">
              <a:lnSpc>
                <a:spcPct val="100000"/>
              </a:lnSpc>
              <a:buNone/>
              <a:defRPr sz="1100" b="0" i="0" cap="none" spc="200" baseline="0"/>
            </a:lvl1pPr>
          </a:lstStyle>
          <a:p>
            <a:pPr lvl="0"/>
            <a:r>
              <a:rPr lang="en-US"/>
              <a:t>Click to add title</a:t>
            </a:r>
          </a:p>
        </p:txBody>
      </p:sp>
      <p:sp>
        <p:nvSpPr>
          <p:cNvPr id="29" name="Picture Placeholder 9">
            <a:extLst>
              <a:ext uri="{FF2B5EF4-FFF2-40B4-BE49-F238E27FC236}">
                <a16:creationId xmlns:a16="http://schemas.microsoft.com/office/drawing/2014/main" id="{7847BEB8-AC95-445E-AFB4-34B7658BB992}"/>
              </a:ext>
            </a:extLst>
          </p:cNvPr>
          <p:cNvSpPr>
            <a:spLocks noGrp="1"/>
          </p:cNvSpPr>
          <p:nvPr>
            <p:ph type="pic" sz="quarter" idx="39" hasCustomPrompt="1"/>
          </p:nvPr>
        </p:nvSpPr>
        <p:spPr>
          <a:xfrm>
            <a:off x="6002473" y="2051056"/>
            <a:ext cx="1059038" cy="2039601"/>
          </a:xfrm>
          <a:prstGeom prst="rect">
            <a:avLst/>
          </a:prstGeom>
        </p:spPr>
        <p:txBody>
          <a:bodyPr/>
          <a:lstStyle>
            <a:lvl1pPr marL="0" indent="0" algn="ctr">
              <a:buNone/>
              <a:defRPr/>
            </a:lvl1pPr>
          </a:lstStyle>
          <a:p>
            <a:r>
              <a:rPr lang="en-US"/>
              <a:t>Click to add photo</a:t>
            </a:r>
          </a:p>
        </p:txBody>
      </p:sp>
      <p:sp>
        <p:nvSpPr>
          <p:cNvPr id="14" name="Text Placeholder 17">
            <a:extLst>
              <a:ext uri="{FF2B5EF4-FFF2-40B4-BE49-F238E27FC236}">
                <a16:creationId xmlns:a16="http://schemas.microsoft.com/office/drawing/2014/main" id="{82B5CAB5-1932-4DC0-BBBD-8ABA7C5D5DED}"/>
              </a:ext>
            </a:extLst>
          </p:cNvPr>
          <p:cNvSpPr>
            <a:spLocks noGrp="1"/>
          </p:cNvSpPr>
          <p:nvPr>
            <p:ph type="body" sz="quarter" idx="27" hasCustomPrompt="1"/>
          </p:nvPr>
        </p:nvSpPr>
        <p:spPr>
          <a:xfrm>
            <a:off x="5755858" y="4088610"/>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a:t>Click to add name</a:t>
            </a:r>
          </a:p>
        </p:txBody>
      </p:sp>
      <p:sp>
        <p:nvSpPr>
          <p:cNvPr id="15" name="Text Placeholder 17">
            <a:extLst>
              <a:ext uri="{FF2B5EF4-FFF2-40B4-BE49-F238E27FC236}">
                <a16:creationId xmlns:a16="http://schemas.microsoft.com/office/drawing/2014/main" id="{E248F87C-2911-41CB-A4BD-6ECD4E13B8C6}"/>
              </a:ext>
            </a:extLst>
          </p:cNvPr>
          <p:cNvSpPr>
            <a:spLocks noGrp="1"/>
          </p:cNvSpPr>
          <p:nvPr>
            <p:ph type="body" sz="quarter" idx="28" hasCustomPrompt="1"/>
          </p:nvPr>
        </p:nvSpPr>
        <p:spPr>
          <a:xfrm>
            <a:off x="5755858" y="4933321"/>
            <a:ext cx="1552268" cy="1194892"/>
          </a:xfrm>
          <a:prstGeom prst="rect">
            <a:avLst/>
          </a:prstGeom>
        </p:spPr>
        <p:txBody>
          <a:bodyPr/>
          <a:lstStyle>
            <a:lvl1pPr marL="0" indent="0" algn="ctr">
              <a:lnSpc>
                <a:spcPct val="100000"/>
              </a:lnSpc>
              <a:buNone/>
              <a:defRPr sz="1100" b="0" i="0" cap="none" spc="200" baseline="0"/>
            </a:lvl1pPr>
          </a:lstStyle>
          <a:p>
            <a:pPr lvl="0"/>
            <a:r>
              <a:rPr lang="en-US"/>
              <a:t>Click to add title</a:t>
            </a:r>
          </a:p>
        </p:txBody>
      </p:sp>
      <p:sp>
        <p:nvSpPr>
          <p:cNvPr id="37" name="Picture Placeholder 9">
            <a:extLst>
              <a:ext uri="{FF2B5EF4-FFF2-40B4-BE49-F238E27FC236}">
                <a16:creationId xmlns:a16="http://schemas.microsoft.com/office/drawing/2014/main" id="{7B6B3681-1E21-44DA-AADA-F5E638A87423}"/>
              </a:ext>
            </a:extLst>
          </p:cNvPr>
          <p:cNvSpPr>
            <a:spLocks noGrp="1"/>
          </p:cNvSpPr>
          <p:nvPr>
            <p:ph type="pic" sz="quarter" idx="47" hasCustomPrompt="1"/>
          </p:nvPr>
        </p:nvSpPr>
        <p:spPr>
          <a:xfrm>
            <a:off x="7586000" y="2051056"/>
            <a:ext cx="1059038" cy="2039601"/>
          </a:xfrm>
          <a:prstGeom prst="rect">
            <a:avLst/>
          </a:prstGeom>
        </p:spPr>
        <p:txBody>
          <a:bodyPr/>
          <a:lstStyle>
            <a:lvl1pPr marL="0" indent="0" algn="ctr">
              <a:buNone/>
              <a:defRPr/>
            </a:lvl1pPr>
          </a:lstStyle>
          <a:p>
            <a:r>
              <a:rPr lang="en-US"/>
              <a:t>Click to add photo</a:t>
            </a:r>
          </a:p>
        </p:txBody>
      </p:sp>
      <p:sp>
        <p:nvSpPr>
          <p:cNvPr id="33" name="Text Placeholder 17">
            <a:extLst>
              <a:ext uri="{FF2B5EF4-FFF2-40B4-BE49-F238E27FC236}">
                <a16:creationId xmlns:a16="http://schemas.microsoft.com/office/drawing/2014/main" id="{2D88AD4B-15C6-42C2-B9A5-BD645DA67D7E}"/>
              </a:ext>
            </a:extLst>
          </p:cNvPr>
          <p:cNvSpPr>
            <a:spLocks noGrp="1"/>
          </p:cNvSpPr>
          <p:nvPr>
            <p:ph type="body" sz="quarter" idx="43" hasCustomPrompt="1"/>
          </p:nvPr>
        </p:nvSpPr>
        <p:spPr>
          <a:xfrm>
            <a:off x="7339385" y="4088610"/>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a:t>Click to add name</a:t>
            </a:r>
          </a:p>
        </p:txBody>
      </p:sp>
      <p:sp>
        <p:nvSpPr>
          <p:cNvPr id="34" name="Text Placeholder 17">
            <a:extLst>
              <a:ext uri="{FF2B5EF4-FFF2-40B4-BE49-F238E27FC236}">
                <a16:creationId xmlns:a16="http://schemas.microsoft.com/office/drawing/2014/main" id="{D79E337C-DD94-4BC6-9F28-69AC04CD2B3E}"/>
              </a:ext>
            </a:extLst>
          </p:cNvPr>
          <p:cNvSpPr>
            <a:spLocks noGrp="1"/>
          </p:cNvSpPr>
          <p:nvPr>
            <p:ph type="body" sz="quarter" idx="44" hasCustomPrompt="1"/>
          </p:nvPr>
        </p:nvSpPr>
        <p:spPr>
          <a:xfrm>
            <a:off x="7339385" y="4933321"/>
            <a:ext cx="1552268" cy="1194892"/>
          </a:xfrm>
          <a:prstGeom prst="rect">
            <a:avLst/>
          </a:prstGeom>
        </p:spPr>
        <p:txBody>
          <a:bodyPr/>
          <a:lstStyle>
            <a:lvl1pPr marL="0" indent="0" algn="ctr">
              <a:lnSpc>
                <a:spcPct val="100000"/>
              </a:lnSpc>
              <a:buNone/>
              <a:defRPr sz="1100" b="0" i="0" cap="none" spc="200" baseline="0"/>
            </a:lvl1pPr>
          </a:lstStyle>
          <a:p>
            <a:pPr lvl="0"/>
            <a:r>
              <a:rPr lang="en-US"/>
              <a:t>Click to add title</a:t>
            </a:r>
          </a:p>
        </p:txBody>
      </p:sp>
      <p:sp>
        <p:nvSpPr>
          <p:cNvPr id="30" name="Picture Placeholder 9">
            <a:extLst>
              <a:ext uri="{FF2B5EF4-FFF2-40B4-BE49-F238E27FC236}">
                <a16:creationId xmlns:a16="http://schemas.microsoft.com/office/drawing/2014/main" id="{B50A84FF-F66B-4AB8-837C-E3025F19E9C0}"/>
              </a:ext>
            </a:extLst>
          </p:cNvPr>
          <p:cNvSpPr>
            <a:spLocks noGrp="1"/>
          </p:cNvSpPr>
          <p:nvPr>
            <p:ph type="pic" sz="quarter" idx="40" hasCustomPrompt="1"/>
          </p:nvPr>
        </p:nvSpPr>
        <p:spPr>
          <a:xfrm>
            <a:off x="2835415" y="6426556"/>
            <a:ext cx="1059038" cy="2039601"/>
          </a:xfrm>
          <a:prstGeom prst="rect">
            <a:avLst/>
          </a:prstGeom>
        </p:spPr>
        <p:txBody>
          <a:bodyPr/>
          <a:lstStyle>
            <a:lvl1pPr marL="0" indent="0" algn="ctr">
              <a:buNone/>
              <a:defRPr/>
            </a:lvl1pPr>
          </a:lstStyle>
          <a:p>
            <a:r>
              <a:rPr lang="en-US"/>
              <a:t>Click to add photo</a:t>
            </a:r>
          </a:p>
        </p:txBody>
      </p:sp>
      <p:sp>
        <p:nvSpPr>
          <p:cNvPr id="17" name="Text Placeholder 17">
            <a:extLst>
              <a:ext uri="{FF2B5EF4-FFF2-40B4-BE49-F238E27FC236}">
                <a16:creationId xmlns:a16="http://schemas.microsoft.com/office/drawing/2014/main" id="{540D9937-87C5-40B3-86E6-F1CBFCA40CA0}"/>
              </a:ext>
            </a:extLst>
          </p:cNvPr>
          <p:cNvSpPr>
            <a:spLocks noGrp="1"/>
          </p:cNvSpPr>
          <p:nvPr>
            <p:ph type="body" sz="quarter" idx="30" hasCustomPrompt="1"/>
          </p:nvPr>
        </p:nvSpPr>
        <p:spPr>
          <a:xfrm>
            <a:off x="2588801" y="8475373"/>
            <a:ext cx="1552268" cy="846939"/>
          </a:xfrm>
          <a:prstGeom prst="rect">
            <a:avLst/>
          </a:prstGeom>
        </p:spPr>
        <p:txBody>
          <a:bodyPr anchor="b"/>
          <a:lstStyle>
            <a:lvl1pPr marL="0" indent="0" algn="ctr">
              <a:buNone/>
              <a:defRPr sz="1400" cap="all" spc="200" baseline="0">
                <a:solidFill>
                  <a:schemeClr val="accent4"/>
                </a:solidFill>
              </a:defRPr>
            </a:lvl1pPr>
          </a:lstStyle>
          <a:p>
            <a:pPr lvl="0"/>
            <a:r>
              <a:rPr lang="en-US"/>
              <a:t>Click to add name</a:t>
            </a:r>
          </a:p>
        </p:txBody>
      </p:sp>
      <p:sp>
        <p:nvSpPr>
          <p:cNvPr id="20" name="Text Placeholder 17">
            <a:extLst>
              <a:ext uri="{FF2B5EF4-FFF2-40B4-BE49-F238E27FC236}">
                <a16:creationId xmlns:a16="http://schemas.microsoft.com/office/drawing/2014/main" id="{C81570DE-3568-4F16-9DF8-269B29DDE60E}"/>
              </a:ext>
            </a:extLst>
          </p:cNvPr>
          <p:cNvSpPr>
            <a:spLocks noGrp="1"/>
          </p:cNvSpPr>
          <p:nvPr>
            <p:ph type="body" sz="quarter" idx="31" hasCustomPrompt="1"/>
          </p:nvPr>
        </p:nvSpPr>
        <p:spPr>
          <a:xfrm>
            <a:off x="2588801" y="9320606"/>
            <a:ext cx="1552268" cy="1239460"/>
          </a:xfrm>
          <a:prstGeom prst="rect">
            <a:avLst/>
          </a:prstGeom>
        </p:spPr>
        <p:txBody>
          <a:bodyPr/>
          <a:lstStyle>
            <a:lvl1pPr marL="0" indent="0" algn="ctr">
              <a:lnSpc>
                <a:spcPct val="100000"/>
              </a:lnSpc>
              <a:buNone/>
              <a:defRPr sz="1100" b="0" i="0" cap="none" spc="200" baseline="0"/>
            </a:lvl1pPr>
          </a:lstStyle>
          <a:p>
            <a:pPr lvl="0"/>
            <a:r>
              <a:rPr lang="en-US"/>
              <a:t>Click to add title</a:t>
            </a:r>
          </a:p>
        </p:txBody>
      </p:sp>
      <p:sp>
        <p:nvSpPr>
          <p:cNvPr id="31" name="Picture Placeholder 9">
            <a:extLst>
              <a:ext uri="{FF2B5EF4-FFF2-40B4-BE49-F238E27FC236}">
                <a16:creationId xmlns:a16="http://schemas.microsoft.com/office/drawing/2014/main" id="{41C26642-ECFF-4F11-B242-BBBA5D672DA0}"/>
              </a:ext>
            </a:extLst>
          </p:cNvPr>
          <p:cNvSpPr>
            <a:spLocks noGrp="1"/>
          </p:cNvSpPr>
          <p:nvPr>
            <p:ph type="pic" sz="quarter" idx="41" hasCustomPrompt="1"/>
          </p:nvPr>
        </p:nvSpPr>
        <p:spPr>
          <a:xfrm>
            <a:off x="4418944" y="6426556"/>
            <a:ext cx="1059038" cy="2039601"/>
          </a:xfrm>
          <a:prstGeom prst="rect">
            <a:avLst/>
          </a:prstGeom>
        </p:spPr>
        <p:txBody>
          <a:bodyPr/>
          <a:lstStyle>
            <a:lvl1pPr marL="0" indent="0" algn="ctr">
              <a:buNone/>
              <a:defRPr/>
            </a:lvl1pPr>
          </a:lstStyle>
          <a:p>
            <a:r>
              <a:rPr lang="en-US"/>
              <a:t>Click to add photo</a:t>
            </a:r>
          </a:p>
        </p:txBody>
      </p:sp>
      <p:sp>
        <p:nvSpPr>
          <p:cNvPr id="22" name="Text Placeholder 17">
            <a:extLst>
              <a:ext uri="{FF2B5EF4-FFF2-40B4-BE49-F238E27FC236}">
                <a16:creationId xmlns:a16="http://schemas.microsoft.com/office/drawing/2014/main" id="{5E4E35F3-EC7A-489D-985F-0CA9F0402B0D}"/>
              </a:ext>
            </a:extLst>
          </p:cNvPr>
          <p:cNvSpPr>
            <a:spLocks noGrp="1"/>
          </p:cNvSpPr>
          <p:nvPr>
            <p:ph type="body" sz="quarter" idx="33" hasCustomPrompt="1"/>
          </p:nvPr>
        </p:nvSpPr>
        <p:spPr>
          <a:xfrm>
            <a:off x="4172331" y="8477603"/>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a:t>Click to add name</a:t>
            </a:r>
          </a:p>
        </p:txBody>
      </p:sp>
      <p:sp>
        <p:nvSpPr>
          <p:cNvPr id="23" name="Text Placeholder 17">
            <a:extLst>
              <a:ext uri="{FF2B5EF4-FFF2-40B4-BE49-F238E27FC236}">
                <a16:creationId xmlns:a16="http://schemas.microsoft.com/office/drawing/2014/main" id="{55AFBE6C-8E28-48EC-8798-5E463B8E47ED}"/>
              </a:ext>
            </a:extLst>
          </p:cNvPr>
          <p:cNvSpPr>
            <a:spLocks noGrp="1"/>
          </p:cNvSpPr>
          <p:nvPr>
            <p:ph type="body" sz="quarter" idx="34" hasCustomPrompt="1"/>
          </p:nvPr>
        </p:nvSpPr>
        <p:spPr>
          <a:xfrm>
            <a:off x="4172331" y="9322312"/>
            <a:ext cx="1552268" cy="1236197"/>
          </a:xfrm>
          <a:prstGeom prst="rect">
            <a:avLst/>
          </a:prstGeom>
        </p:spPr>
        <p:txBody>
          <a:bodyPr/>
          <a:lstStyle>
            <a:lvl1pPr marL="0" indent="0" algn="ctr">
              <a:lnSpc>
                <a:spcPct val="100000"/>
              </a:lnSpc>
              <a:buNone/>
              <a:defRPr sz="1100" b="0" i="0" cap="none" spc="200" baseline="0"/>
            </a:lvl1pPr>
          </a:lstStyle>
          <a:p>
            <a:pPr lvl="0"/>
            <a:r>
              <a:rPr lang="en-US"/>
              <a:t>Click to add title</a:t>
            </a:r>
          </a:p>
        </p:txBody>
      </p:sp>
      <p:sp>
        <p:nvSpPr>
          <p:cNvPr id="32" name="Picture Placeholder 9">
            <a:extLst>
              <a:ext uri="{FF2B5EF4-FFF2-40B4-BE49-F238E27FC236}">
                <a16:creationId xmlns:a16="http://schemas.microsoft.com/office/drawing/2014/main" id="{BCC40003-8966-4A03-9C79-EB95966FFE0C}"/>
              </a:ext>
            </a:extLst>
          </p:cNvPr>
          <p:cNvSpPr>
            <a:spLocks noGrp="1"/>
          </p:cNvSpPr>
          <p:nvPr>
            <p:ph type="pic" sz="quarter" idx="42" hasCustomPrompt="1"/>
          </p:nvPr>
        </p:nvSpPr>
        <p:spPr>
          <a:xfrm>
            <a:off x="6002473" y="6426556"/>
            <a:ext cx="1059038" cy="2039601"/>
          </a:xfrm>
          <a:prstGeom prst="rect">
            <a:avLst/>
          </a:prstGeom>
        </p:spPr>
        <p:txBody>
          <a:bodyPr/>
          <a:lstStyle>
            <a:lvl1pPr marL="0" indent="0" algn="ctr">
              <a:buNone/>
              <a:defRPr/>
            </a:lvl1pPr>
          </a:lstStyle>
          <a:p>
            <a:r>
              <a:rPr lang="en-US"/>
              <a:t>Click to add photo</a:t>
            </a:r>
          </a:p>
        </p:txBody>
      </p:sp>
      <p:sp>
        <p:nvSpPr>
          <p:cNvPr id="25" name="Text Placeholder 17">
            <a:extLst>
              <a:ext uri="{FF2B5EF4-FFF2-40B4-BE49-F238E27FC236}">
                <a16:creationId xmlns:a16="http://schemas.microsoft.com/office/drawing/2014/main" id="{023FE51B-CC62-42E7-BCF7-123DB0B9244A}"/>
              </a:ext>
            </a:extLst>
          </p:cNvPr>
          <p:cNvSpPr>
            <a:spLocks noGrp="1"/>
          </p:cNvSpPr>
          <p:nvPr>
            <p:ph type="body" sz="quarter" idx="36" hasCustomPrompt="1"/>
          </p:nvPr>
        </p:nvSpPr>
        <p:spPr>
          <a:xfrm>
            <a:off x="5755858" y="8477603"/>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a:t>Click to add name</a:t>
            </a:r>
          </a:p>
        </p:txBody>
      </p:sp>
      <p:sp>
        <p:nvSpPr>
          <p:cNvPr id="26" name="Text Placeholder 17">
            <a:extLst>
              <a:ext uri="{FF2B5EF4-FFF2-40B4-BE49-F238E27FC236}">
                <a16:creationId xmlns:a16="http://schemas.microsoft.com/office/drawing/2014/main" id="{3CA6C07A-2E37-4897-AF99-5152B241E380}"/>
              </a:ext>
            </a:extLst>
          </p:cNvPr>
          <p:cNvSpPr>
            <a:spLocks noGrp="1"/>
          </p:cNvSpPr>
          <p:nvPr>
            <p:ph type="body" sz="quarter" idx="37" hasCustomPrompt="1"/>
          </p:nvPr>
        </p:nvSpPr>
        <p:spPr>
          <a:xfrm>
            <a:off x="5755858" y="9322312"/>
            <a:ext cx="1552268" cy="1236197"/>
          </a:xfrm>
          <a:prstGeom prst="rect">
            <a:avLst/>
          </a:prstGeom>
        </p:spPr>
        <p:txBody>
          <a:bodyPr/>
          <a:lstStyle>
            <a:lvl1pPr marL="0" indent="0" algn="ctr">
              <a:lnSpc>
                <a:spcPct val="100000"/>
              </a:lnSpc>
              <a:buNone/>
              <a:defRPr sz="1100" b="0" i="0" cap="none" spc="200" baseline="0"/>
            </a:lvl1pPr>
          </a:lstStyle>
          <a:p>
            <a:pPr lvl="0"/>
            <a:r>
              <a:rPr lang="en-US"/>
              <a:t>Click to add title</a:t>
            </a:r>
          </a:p>
        </p:txBody>
      </p:sp>
      <p:sp>
        <p:nvSpPr>
          <p:cNvPr id="38" name="Picture Placeholder 9">
            <a:extLst>
              <a:ext uri="{FF2B5EF4-FFF2-40B4-BE49-F238E27FC236}">
                <a16:creationId xmlns:a16="http://schemas.microsoft.com/office/drawing/2014/main" id="{026B0125-C5D1-4397-BA37-9D1FCB7DA71E}"/>
              </a:ext>
            </a:extLst>
          </p:cNvPr>
          <p:cNvSpPr>
            <a:spLocks noGrp="1"/>
          </p:cNvSpPr>
          <p:nvPr>
            <p:ph type="pic" sz="quarter" idx="48" hasCustomPrompt="1"/>
          </p:nvPr>
        </p:nvSpPr>
        <p:spPr>
          <a:xfrm>
            <a:off x="7586000" y="6426556"/>
            <a:ext cx="1059038" cy="2039601"/>
          </a:xfrm>
          <a:prstGeom prst="rect">
            <a:avLst/>
          </a:prstGeom>
        </p:spPr>
        <p:txBody>
          <a:bodyPr/>
          <a:lstStyle>
            <a:lvl1pPr marL="0" indent="0" algn="ctr">
              <a:buNone/>
              <a:defRPr/>
            </a:lvl1pPr>
          </a:lstStyle>
          <a:p>
            <a:r>
              <a:rPr lang="en-US"/>
              <a:t>Click to add photo</a:t>
            </a:r>
          </a:p>
        </p:txBody>
      </p:sp>
      <p:sp>
        <p:nvSpPr>
          <p:cNvPr id="35" name="Text Placeholder 17">
            <a:extLst>
              <a:ext uri="{FF2B5EF4-FFF2-40B4-BE49-F238E27FC236}">
                <a16:creationId xmlns:a16="http://schemas.microsoft.com/office/drawing/2014/main" id="{A57BE95A-45E1-4F78-9162-0D9005657D71}"/>
              </a:ext>
            </a:extLst>
          </p:cNvPr>
          <p:cNvSpPr>
            <a:spLocks noGrp="1"/>
          </p:cNvSpPr>
          <p:nvPr>
            <p:ph type="body" sz="quarter" idx="45" hasCustomPrompt="1"/>
          </p:nvPr>
        </p:nvSpPr>
        <p:spPr>
          <a:xfrm>
            <a:off x="7339385" y="8477603"/>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a:t>Click to add name</a:t>
            </a:r>
          </a:p>
        </p:txBody>
      </p:sp>
      <p:sp>
        <p:nvSpPr>
          <p:cNvPr id="36" name="Text Placeholder 17">
            <a:extLst>
              <a:ext uri="{FF2B5EF4-FFF2-40B4-BE49-F238E27FC236}">
                <a16:creationId xmlns:a16="http://schemas.microsoft.com/office/drawing/2014/main" id="{EF2F2B86-E2A2-406A-9EED-2FBD66017988}"/>
              </a:ext>
            </a:extLst>
          </p:cNvPr>
          <p:cNvSpPr>
            <a:spLocks noGrp="1"/>
          </p:cNvSpPr>
          <p:nvPr>
            <p:ph type="body" sz="quarter" idx="46" hasCustomPrompt="1"/>
          </p:nvPr>
        </p:nvSpPr>
        <p:spPr>
          <a:xfrm>
            <a:off x="7339385" y="9322312"/>
            <a:ext cx="1552268" cy="1236197"/>
          </a:xfrm>
          <a:prstGeom prst="rect">
            <a:avLst/>
          </a:prstGeom>
        </p:spPr>
        <p:txBody>
          <a:bodyPr/>
          <a:lstStyle>
            <a:lvl1pPr marL="0" indent="0" algn="ctr">
              <a:lnSpc>
                <a:spcPct val="100000"/>
              </a:lnSpc>
              <a:buNone/>
              <a:defRPr sz="1100" b="0" i="0" cap="none" spc="200" baseline="0"/>
            </a:lvl1pPr>
          </a:lstStyle>
          <a:p>
            <a:pPr lvl="0"/>
            <a:r>
              <a:rPr lang="en-US"/>
              <a:t>Click to add title</a:t>
            </a:r>
          </a:p>
        </p:txBody>
      </p:sp>
      <p:sp>
        <p:nvSpPr>
          <p:cNvPr id="5" name="Date Placeholder 4">
            <a:extLst>
              <a:ext uri="{FF2B5EF4-FFF2-40B4-BE49-F238E27FC236}">
                <a16:creationId xmlns:a16="http://schemas.microsoft.com/office/drawing/2014/main" id="{5B91FF20-37AD-4448-896C-C37172D1626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76AF771-F500-4564-96BB-2AC1F13F9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54F218-0E34-408C-AB25-76184E9ACC54}"/>
              </a:ext>
            </a:extLst>
          </p:cNvPr>
          <p:cNvSpPr>
            <a:spLocks noGrp="1"/>
          </p:cNvSpPr>
          <p:nvPr>
            <p:ph type="sldNum" sz="quarter" idx="12"/>
          </p:nvPr>
        </p:nvSpPr>
        <p:spPr/>
        <p:txBody>
          <a:bodyPr/>
          <a:lstStyle/>
          <a:p>
            <a:fld id="{F91729D4-A164-47A3-830D-E792BCE699E4}" type="slidenum">
              <a:rPr lang="en-US" smtClean="0"/>
              <a:t>‹#›</a:t>
            </a:fld>
            <a:endParaRPr lang="en-US"/>
          </a:p>
        </p:txBody>
      </p:sp>
    </p:spTree>
    <p:extLst>
      <p:ext uri="{BB962C8B-B14F-4D97-AF65-F5344CB8AC3E}">
        <p14:creationId xmlns:p14="http://schemas.microsoft.com/office/powerpoint/2010/main" val="677729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roduct Launch">
    <p:bg>
      <p:bgPr>
        <a:solidFill>
          <a:schemeClr val="bg1">
            <a:alpha val="3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101351-79F8-4AD7-A22B-E7AFB1C69970}"/>
              </a:ext>
              <a:ext uri="{C183D7F6-B498-43B3-948B-1728B52AA6E4}">
                <adec:decorative xmlns:adec="http://schemas.microsoft.com/office/drawing/2017/decorative" val="1"/>
              </a:ext>
            </a:extLst>
          </p:cNvPr>
          <p:cNvSpPr/>
          <p:nvPr userDrawn="1"/>
        </p:nvSpPr>
        <p:spPr>
          <a:xfrm>
            <a:off x="0" y="7598688"/>
            <a:ext cx="9144000" cy="4593313"/>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Title 2">
            <a:extLst>
              <a:ext uri="{FF2B5EF4-FFF2-40B4-BE49-F238E27FC236}">
                <a16:creationId xmlns:a16="http://schemas.microsoft.com/office/drawing/2014/main" id="{E09A49BC-8099-40DE-8210-5A1CBAA423D4}"/>
              </a:ext>
            </a:extLst>
          </p:cNvPr>
          <p:cNvSpPr>
            <a:spLocks noGrp="1"/>
          </p:cNvSpPr>
          <p:nvPr>
            <p:ph type="title" hasCustomPrompt="1"/>
          </p:nvPr>
        </p:nvSpPr>
        <p:spPr>
          <a:xfrm>
            <a:off x="628652" y="886985"/>
            <a:ext cx="7886700" cy="1009551"/>
          </a:xfrm>
          <a:prstGeom prst="rect">
            <a:avLst/>
          </a:prstGeom>
        </p:spPr>
        <p:txBody>
          <a:bodyPr/>
          <a:lstStyle>
            <a:lvl1pPr algn="ctr">
              <a:defRPr sz="3200" cap="all" spc="200" baseline="0">
                <a:solidFill>
                  <a:schemeClr val="accent4"/>
                </a:solidFill>
              </a:defRPr>
            </a:lvl1pPr>
          </a:lstStyle>
          <a:p>
            <a:r>
              <a:rPr lang="en-US"/>
              <a:t>Click to add title</a:t>
            </a:r>
          </a:p>
        </p:txBody>
      </p:sp>
      <p:sp>
        <p:nvSpPr>
          <p:cNvPr id="13" name="Rectangle 12">
            <a:extLst>
              <a:ext uri="{FF2B5EF4-FFF2-40B4-BE49-F238E27FC236}">
                <a16:creationId xmlns:a16="http://schemas.microsoft.com/office/drawing/2014/main" id="{45B7BBE6-4278-4E33-9044-72A2E0C0E403}"/>
              </a:ext>
              <a:ext uri="{C183D7F6-B498-43B3-948B-1728B52AA6E4}">
                <adec:decorative xmlns:adec="http://schemas.microsoft.com/office/drawing/2017/decorative" val="1"/>
              </a:ext>
            </a:extLst>
          </p:cNvPr>
          <p:cNvSpPr/>
          <p:nvPr userDrawn="1"/>
        </p:nvSpPr>
        <p:spPr>
          <a:xfrm>
            <a:off x="456422" y="2819083"/>
            <a:ext cx="1548891" cy="7103855"/>
          </a:xfrm>
          <a:prstGeom prst="rect">
            <a:avLst/>
          </a:prstGeom>
          <a:solidFill>
            <a:srgbClr val="3E70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600E549E-0E7C-4599-B51C-97AA7E525CD2}"/>
              </a:ext>
              <a:ext uri="{C183D7F6-B498-43B3-948B-1728B52AA6E4}">
                <adec:decorative xmlns:adec="http://schemas.microsoft.com/office/drawing/2017/decorative" val="1"/>
              </a:ext>
            </a:extLst>
          </p:cNvPr>
          <p:cNvSpPr/>
          <p:nvPr userDrawn="1"/>
        </p:nvSpPr>
        <p:spPr>
          <a:xfrm>
            <a:off x="2124624" y="2819083"/>
            <a:ext cx="1548891" cy="7103855"/>
          </a:xfrm>
          <a:prstGeom prst="rect">
            <a:avLst/>
          </a:prstGeom>
          <a:solidFill>
            <a:srgbClr val="93A5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a:extLst>
              <a:ext uri="{FF2B5EF4-FFF2-40B4-BE49-F238E27FC236}">
                <a16:creationId xmlns:a16="http://schemas.microsoft.com/office/drawing/2014/main" id="{AF7C507F-AD4D-47B6-88C3-C1D0154FB7F2}"/>
              </a:ext>
              <a:ext uri="{C183D7F6-B498-43B3-948B-1728B52AA6E4}">
                <adec:decorative xmlns:adec="http://schemas.microsoft.com/office/drawing/2017/decorative" val="1"/>
              </a:ext>
            </a:extLst>
          </p:cNvPr>
          <p:cNvSpPr/>
          <p:nvPr userDrawn="1"/>
        </p:nvSpPr>
        <p:spPr>
          <a:xfrm>
            <a:off x="3797553" y="2819083"/>
            <a:ext cx="1548891" cy="7103855"/>
          </a:xfrm>
          <a:prstGeom prst="rect">
            <a:avLst/>
          </a:prstGeom>
          <a:solidFill>
            <a:srgbClr val="627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a:extLst>
              <a:ext uri="{FF2B5EF4-FFF2-40B4-BE49-F238E27FC236}">
                <a16:creationId xmlns:a16="http://schemas.microsoft.com/office/drawing/2014/main" id="{EA0266B1-BBD1-44C0-8D4C-4E651D320B77}"/>
              </a:ext>
              <a:ext uri="{C183D7F6-B498-43B3-948B-1728B52AA6E4}">
                <adec:decorative xmlns:adec="http://schemas.microsoft.com/office/drawing/2017/decorative" val="1"/>
              </a:ext>
            </a:extLst>
          </p:cNvPr>
          <p:cNvSpPr/>
          <p:nvPr userDrawn="1"/>
        </p:nvSpPr>
        <p:spPr>
          <a:xfrm>
            <a:off x="5470485" y="2819083"/>
            <a:ext cx="1548891" cy="7103855"/>
          </a:xfrm>
          <a:prstGeom prst="rect">
            <a:avLst/>
          </a:prstGeom>
          <a:solidFill>
            <a:srgbClr val="BDA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a:extLst>
              <a:ext uri="{FF2B5EF4-FFF2-40B4-BE49-F238E27FC236}">
                <a16:creationId xmlns:a16="http://schemas.microsoft.com/office/drawing/2014/main" id="{D71BB1CE-E3FA-4E7F-A54B-3FB675098A2A}"/>
              </a:ext>
              <a:ext uri="{C183D7F6-B498-43B3-948B-1728B52AA6E4}">
                <adec:decorative xmlns:adec="http://schemas.microsoft.com/office/drawing/2017/decorative" val="1"/>
              </a:ext>
            </a:extLst>
          </p:cNvPr>
          <p:cNvSpPr/>
          <p:nvPr userDrawn="1"/>
        </p:nvSpPr>
        <p:spPr>
          <a:xfrm>
            <a:off x="7133289" y="2819083"/>
            <a:ext cx="1548891" cy="7103855"/>
          </a:xfrm>
          <a:prstGeom prst="rect">
            <a:avLst/>
          </a:prstGeom>
          <a:solidFill>
            <a:srgbClr val="6851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Text Placeholder 22">
            <a:extLst>
              <a:ext uri="{FF2B5EF4-FFF2-40B4-BE49-F238E27FC236}">
                <a16:creationId xmlns:a16="http://schemas.microsoft.com/office/drawing/2014/main" id="{15D11F63-A3DB-4EB1-9148-6E8C6678D14A}"/>
              </a:ext>
            </a:extLst>
          </p:cNvPr>
          <p:cNvSpPr>
            <a:spLocks noGrp="1"/>
          </p:cNvSpPr>
          <p:nvPr>
            <p:ph type="body" sz="quarter" idx="15" hasCustomPrompt="1"/>
          </p:nvPr>
        </p:nvSpPr>
        <p:spPr>
          <a:xfrm>
            <a:off x="545884" y="4327376"/>
            <a:ext cx="1369973" cy="1380065"/>
          </a:xfrm>
          <a:prstGeom prst="rect">
            <a:avLst/>
          </a:prstGeom>
        </p:spPr>
        <p:txBody>
          <a:bodyPr anchor="b"/>
          <a:lstStyle>
            <a:lvl1pPr marL="0" indent="0">
              <a:buNone/>
              <a:defRPr sz="2000" cap="all" normalizeH="0" baseline="0">
                <a:solidFill>
                  <a:schemeClr val="bg1"/>
                </a:solidFill>
              </a:defRPr>
            </a:lvl1pPr>
          </a:lstStyle>
          <a:p>
            <a:pPr lvl="0"/>
            <a:r>
              <a:rPr lang="en-US"/>
              <a:t>Add text</a:t>
            </a:r>
          </a:p>
        </p:txBody>
      </p:sp>
      <p:sp>
        <p:nvSpPr>
          <p:cNvPr id="29" name="Text Placeholder 22">
            <a:extLst>
              <a:ext uri="{FF2B5EF4-FFF2-40B4-BE49-F238E27FC236}">
                <a16:creationId xmlns:a16="http://schemas.microsoft.com/office/drawing/2014/main" id="{96E63495-7407-4360-95F6-82D0C68813B0}"/>
              </a:ext>
            </a:extLst>
          </p:cNvPr>
          <p:cNvSpPr>
            <a:spLocks noGrp="1"/>
          </p:cNvSpPr>
          <p:nvPr>
            <p:ph type="body" sz="quarter" idx="20" hasCustomPrompt="1"/>
          </p:nvPr>
        </p:nvSpPr>
        <p:spPr>
          <a:xfrm>
            <a:off x="545884" y="5808090"/>
            <a:ext cx="1369973" cy="2715892"/>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a:t>Add text</a:t>
            </a:r>
          </a:p>
        </p:txBody>
      </p:sp>
      <p:sp>
        <p:nvSpPr>
          <p:cNvPr id="32" name="Text Placeholder 22">
            <a:extLst>
              <a:ext uri="{FF2B5EF4-FFF2-40B4-BE49-F238E27FC236}">
                <a16:creationId xmlns:a16="http://schemas.microsoft.com/office/drawing/2014/main" id="{3A879552-0B9C-48EC-8D07-A24DB252D634}"/>
              </a:ext>
            </a:extLst>
          </p:cNvPr>
          <p:cNvSpPr>
            <a:spLocks noGrp="1"/>
          </p:cNvSpPr>
          <p:nvPr>
            <p:ph type="body" sz="quarter" idx="21" hasCustomPrompt="1"/>
          </p:nvPr>
        </p:nvSpPr>
        <p:spPr>
          <a:xfrm>
            <a:off x="2214085" y="4344661"/>
            <a:ext cx="1369973" cy="1380065"/>
          </a:xfrm>
          <a:prstGeom prst="rect">
            <a:avLst/>
          </a:prstGeom>
        </p:spPr>
        <p:txBody>
          <a:bodyPr anchor="b"/>
          <a:lstStyle>
            <a:lvl1pPr marL="0" indent="0">
              <a:buNone/>
              <a:defRPr sz="2000" cap="all" baseline="0">
                <a:solidFill>
                  <a:schemeClr val="bg1"/>
                </a:solidFill>
              </a:defRPr>
            </a:lvl1pPr>
          </a:lstStyle>
          <a:p>
            <a:pPr lvl="0"/>
            <a:r>
              <a:rPr lang="en-US"/>
              <a:t>Add text</a:t>
            </a:r>
          </a:p>
        </p:txBody>
      </p:sp>
      <p:sp>
        <p:nvSpPr>
          <p:cNvPr id="33" name="Text Placeholder 22">
            <a:extLst>
              <a:ext uri="{FF2B5EF4-FFF2-40B4-BE49-F238E27FC236}">
                <a16:creationId xmlns:a16="http://schemas.microsoft.com/office/drawing/2014/main" id="{8337BD60-5C54-4FEC-A9D6-5C29EB94799F}"/>
              </a:ext>
            </a:extLst>
          </p:cNvPr>
          <p:cNvSpPr>
            <a:spLocks noGrp="1"/>
          </p:cNvSpPr>
          <p:nvPr>
            <p:ph type="body" sz="quarter" idx="22" hasCustomPrompt="1"/>
          </p:nvPr>
        </p:nvSpPr>
        <p:spPr>
          <a:xfrm>
            <a:off x="2214085" y="5825375"/>
            <a:ext cx="1369973" cy="2715892"/>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a:t>Add text</a:t>
            </a:r>
          </a:p>
        </p:txBody>
      </p:sp>
      <p:sp>
        <p:nvSpPr>
          <p:cNvPr id="34" name="Text Placeholder 22">
            <a:extLst>
              <a:ext uri="{FF2B5EF4-FFF2-40B4-BE49-F238E27FC236}">
                <a16:creationId xmlns:a16="http://schemas.microsoft.com/office/drawing/2014/main" id="{25F7073D-87C3-473A-9A04-748C3F682652}"/>
              </a:ext>
            </a:extLst>
          </p:cNvPr>
          <p:cNvSpPr>
            <a:spLocks noGrp="1"/>
          </p:cNvSpPr>
          <p:nvPr>
            <p:ph type="body" sz="quarter" idx="23" hasCustomPrompt="1"/>
          </p:nvPr>
        </p:nvSpPr>
        <p:spPr>
          <a:xfrm>
            <a:off x="3887014" y="4327376"/>
            <a:ext cx="1369973" cy="1380065"/>
          </a:xfrm>
          <a:prstGeom prst="rect">
            <a:avLst/>
          </a:prstGeom>
        </p:spPr>
        <p:txBody>
          <a:bodyPr anchor="b"/>
          <a:lstStyle>
            <a:lvl1pPr marL="0" indent="0">
              <a:buNone/>
              <a:defRPr sz="2000" cap="all" baseline="0">
                <a:solidFill>
                  <a:schemeClr val="bg1"/>
                </a:solidFill>
              </a:defRPr>
            </a:lvl1pPr>
          </a:lstStyle>
          <a:p>
            <a:pPr lvl="0"/>
            <a:r>
              <a:rPr lang="en-US"/>
              <a:t>Add text</a:t>
            </a:r>
          </a:p>
        </p:txBody>
      </p:sp>
      <p:sp>
        <p:nvSpPr>
          <p:cNvPr id="35" name="Text Placeholder 22">
            <a:extLst>
              <a:ext uri="{FF2B5EF4-FFF2-40B4-BE49-F238E27FC236}">
                <a16:creationId xmlns:a16="http://schemas.microsoft.com/office/drawing/2014/main" id="{5CB2BF3B-6E9D-4A28-A938-C9CC9E496484}"/>
              </a:ext>
            </a:extLst>
          </p:cNvPr>
          <p:cNvSpPr>
            <a:spLocks noGrp="1"/>
          </p:cNvSpPr>
          <p:nvPr>
            <p:ph type="body" sz="quarter" idx="24" hasCustomPrompt="1"/>
          </p:nvPr>
        </p:nvSpPr>
        <p:spPr>
          <a:xfrm>
            <a:off x="3887014" y="5808090"/>
            <a:ext cx="1369973" cy="2715892"/>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a:t>Add text</a:t>
            </a:r>
          </a:p>
        </p:txBody>
      </p:sp>
      <p:sp>
        <p:nvSpPr>
          <p:cNvPr id="36" name="Text Placeholder 22">
            <a:extLst>
              <a:ext uri="{FF2B5EF4-FFF2-40B4-BE49-F238E27FC236}">
                <a16:creationId xmlns:a16="http://schemas.microsoft.com/office/drawing/2014/main" id="{94E179CD-2F9C-44FA-813E-253ACC4A978E}"/>
              </a:ext>
            </a:extLst>
          </p:cNvPr>
          <p:cNvSpPr>
            <a:spLocks noGrp="1"/>
          </p:cNvSpPr>
          <p:nvPr>
            <p:ph type="body" sz="quarter" idx="25" hasCustomPrompt="1"/>
          </p:nvPr>
        </p:nvSpPr>
        <p:spPr>
          <a:xfrm>
            <a:off x="5559945" y="4344661"/>
            <a:ext cx="1369973" cy="1380065"/>
          </a:xfrm>
          <a:prstGeom prst="rect">
            <a:avLst/>
          </a:prstGeom>
        </p:spPr>
        <p:txBody>
          <a:bodyPr anchor="b"/>
          <a:lstStyle>
            <a:lvl1pPr marL="0" indent="0">
              <a:buNone/>
              <a:defRPr sz="2000" cap="all" baseline="0">
                <a:solidFill>
                  <a:schemeClr val="bg1"/>
                </a:solidFill>
              </a:defRPr>
            </a:lvl1pPr>
          </a:lstStyle>
          <a:p>
            <a:pPr lvl="0"/>
            <a:r>
              <a:rPr lang="en-US"/>
              <a:t>Add text</a:t>
            </a:r>
          </a:p>
        </p:txBody>
      </p:sp>
      <p:sp>
        <p:nvSpPr>
          <p:cNvPr id="37" name="Text Placeholder 22">
            <a:extLst>
              <a:ext uri="{FF2B5EF4-FFF2-40B4-BE49-F238E27FC236}">
                <a16:creationId xmlns:a16="http://schemas.microsoft.com/office/drawing/2014/main" id="{34D58360-D7DD-4F33-A29E-5F4835C2DC57}"/>
              </a:ext>
            </a:extLst>
          </p:cNvPr>
          <p:cNvSpPr>
            <a:spLocks noGrp="1"/>
          </p:cNvSpPr>
          <p:nvPr>
            <p:ph type="body" sz="quarter" idx="26" hasCustomPrompt="1"/>
          </p:nvPr>
        </p:nvSpPr>
        <p:spPr>
          <a:xfrm>
            <a:off x="5559945" y="5825375"/>
            <a:ext cx="1369973" cy="2715892"/>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a:t>Add text</a:t>
            </a:r>
          </a:p>
        </p:txBody>
      </p:sp>
      <p:sp>
        <p:nvSpPr>
          <p:cNvPr id="38" name="Text Placeholder 22">
            <a:extLst>
              <a:ext uri="{FF2B5EF4-FFF2-40B4-BE49-F238E27FC236}">
                <a16:creationId xmlns:a16="http://schemas.microsoft.com/office/drawing/2014/main" id="{AA5A81E7-83B9-4A30-9A57-98FFF2716065}"/>
              </a:ext>
            </a:extLst>
          </p:cNvPr>
          <p:cNvSpPr>
            <a:spLocks noGrp="1"/>
          </p:cNvSpPr>
          <p:nvPr>
            <p:ph type="body" sz="quarter" idx="27" hasCustomPrompt="1"/>
          </p:nvPr>
        </p:nvSpPr>
        <p:spPr>
          <a:xfrm>
            <a:off x="7222749" y="4327376"/>
            <a:ext cx="1369973" cy="1380065"/>
          </a:xfrm>
          <a:prstGeom prst="rect">
            <a:avLst/>
          </a:prstGeom>
        </p:spPr>
        <p:txBody>
          <a:bodyPr anchor="b"/>
          <a:lstStyle>
            <a:lvl1pPr marL="0" indent="0">
              <a:buNone/>
              <a:defRPr sz="2000" cap="all" baseline="0">
                <a:solidFill>
                  <a:schemeClr val="bg1"/>
                </a:solidFill>
              </a:defRPr>
            </a:lvl1pPr>
          </a:lstStyle>
          <a:p>
            <a:pPr lvl="0"/>
            <a:r>
              <a:rPr lang="en-US"/>
              <a:t>Add text</a:t>
            </a:r>
          </a:p>
        </p:txBody>
      </p:sp>
      <p:sp>
        <p:nvSpPr>
          <p:cNvPr id="39" name="Text Placeholder 22">
            <a:extLst>
              <a:ext uri="{FF2B5EF4-FFF2-40B4-BE49-F238E27FC236}">
                <a16:creationId xmlns:a16="http://schemas.microsoft.com/office/drawing/2014/main" id="{C45C6D3E-88B9-42D5-9A94-6D2B9CA3CDD0}"/>
              </a:ext>
            </a:extLst>
          </p:cNvPr>
          <p:cNvSpPr>
            <a:spLocks noGrp="1"/>
          </p:cNvSpPr>
          <p:nvPr>
            <p:ph type="body" sz="quarter" idx="28" hasCustomPrompt="1"/>
          </p:nvPr>
        </p:nvSpPr>
        <p:spPr>
          <a:xfrm>
            <a:off x="7222749" y="5808090"/>
            <a:ext cx="1369973" cy="2715892"/>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a:t>Add text</a:t>
            </a:r>
          </a:p>
        </p:txBody>
      </p:sp>
      <p:sp>
        <p:nvSpPr>
          <p:cNvPr id="5" name="Date Placeholder 4">
            <a:extLst>
              <a:ext uri="{FF2B5EF4-FFF2-40B4-BE49-F238E27FC236}">
                <a16:creationId xmlns:a16="http://schemas.microsoft.com/office/drawing/2014/main" id="{9843D60E-3024-42AA-9CF9-A44192AE74E9}"/>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182FBC6-68D1-4570-A549-C4A925FB85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E1DC1F-6117-4AB4-9BF1-878D4F8200D2}"/>
              </a:ext>
            </a:extLst>
          </p:cNvPr>
          <p:cNvSpPr>
            <a:spLocks noGrp="1"/>
          </p:cNvSpPr>
          <p:nvPr>
            <p:ph type="sldNum" sz="quarter" idx="12"/>
          </p:nvPr>
        </p:nvSpPr>
        <p:spPr/>
        <p:txBody>
          <a:bodyPr/>
          <a:lstStyle/>
          <a:p>
            <a:fld id="{F91729D4-A164-47A3-830D-E792BCE699E4}" type="slidenum">
              <a:rPr lang="en-US" smtClean="0"/>
              <a:t>‹#›</a:t>
            </a:fld>
            <a:endParaRPr lang="en-US"/>
          </a:p>
        </p:txBody>
      </p:sp>
    </p:spTree>
    <p:extLst>
      <p:ext uri="{BB962C8B-B14F-4D97-AF65-F5344CB8AC3E}">
        <p14:creationId xmlns:p14="http://schemas.microsoft.com/office/powerpoint/2010/main" val="1374537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78B9A4D3-8D91-4865-B422-5F60885A730F}"/>
              </a:ext>
              <a:ext uri="{C183D7F6-B498-43B3-948B-1728B52AA6E4}">
                <adec:decorative xmlns:adec="http://schemas.microsoft.com/office/drawing/2017/decorative" val="1"/>
              </a:ext>
            </a:extLst>
          </p:cNvPr>
          <p:cNvCxnSpPr>
            <a:cxnSpLocks/>
          </p:cNvCxnSpPr>
          <p:nvPr userDrawn="1"/>
        </p:nvCxnSpPr>
        <p:spPr>
          <a:xfrm flipH="1">
            <a:off x="1194657" y="6550929"/>
            <a:ext cx="6754689"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0ECDAF5-DEB9-4A0C-9165-6ED23184A320}"/>
              </a:ext>
            </a:extLst>
          </p:cNvPr>
          <p:cNvSpPr>
            <a:spLocks noGrp="1"/>
          </p:cNvSpPr>
          <p:nvPr>
            <p:ph type="title" hasCustomPrompt="1"/>
          </p:nvPr>
        </p:nvSpPr>
        <p:spPr>
          <a:xfrm>
            <a:off x="628652" y="886986"/>
            <a:ext cx="7886700" cy="1005217"/>
          </a:xfrm>
          <a:prstGeom prst="rect">
            <a:avLst/>
          </a:prstGeom>
        </p:spPr>
        <p:txBody>
          <a:bodyPr/>
          <a:lstStyle>
            <a:lvl1pPr algn="ctr">
              <a:defRPr sz="3200" cap="all" spc="200" baseline="0">
                <a:solidFill>
                  <a:schemeClr val="accent4"/>
                </a:solidFill>
              </a:defRPr>
            </a:lvl1pPr>
          </a:lstStyle>
          <a:p>
            <a:r>
              <a:rPr lang="en-US"/>
              <a:t>Click to add title</a:t>
            </a:r>
          </a:p>
        </p:txBody>
      </p:sp>
      <p:sp>
        <p:nvSpPr>
          <p:cNvPr id="8" name="Rectangle 7">
            <a:extLst>
              <a:ext uri="{FF2B5EF4-FFF2-40B4-BE49-F238E27FC236}">
                <a16:creationId xmlns:a16="http://schemas.microsoft.com/office/drawing/2014/main" id="{65FEA1AD-EC70-422F-BADD-FCA14BF9D43F}"/>
              </a:ext>
              <a:ext uri="{C183D7F6-B498-43B3-948B-1728B52AA6E4}">
                <adec:decorative xmlns:adec="http://schemas.microsoft.com/office/drawing/2017/decorative" val="1"/>
              </a:ext>
            </a:extLst>
          </p:cNvPr>
          <p:cNvSpPr/>
          <p:nvPr userDrawn="1"/>
        </p:nvSpPr>
        <p:spPr>
          <a:xfrm>
            <a:off x="1071563" y="6259157"/>
            <a:ext cx="246184" cy="5835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1C84996E-63EA-4C88-816A-3AE158BB57E0}"/>
              </a:ext>
              <a:ext uri="{C183D7F6-B498-43B3-948B-1728B52AA6E4}">
                <adec:decorative xmlns:adec="http://schemas.microsoft.com/office/drawing/2017/decorative" val="1"/>
              </a:ext>
            </a:extLst>
          </p:cNvPr>
          <p:cNvSpPr/>
          <p:nvPr userDrawn="1"/>
        </p:nvSpPr>
        <p:spPr>
          <a:xfrm>
            <a:off x="2760237" y="6259157"/>
            <a:ext cx="246184" cy="5835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a:extLst>
              <a:ext uri="{FF2B5EF4-FFF2-40B4-BE49-F238E27FC236}">
                <a16:creationId xmlns:a16="http://schemas.microsoft.com/office/drawing/2014/main" id="{ECA09893-F9A1-4FA2-A462-C1C443EC323F}"/>
              </a:ext>
              <a:ext uri="{C183D7F6-B498-43B3-948B-1728B52AA6E4}">
                <adec:decorative xmlns:adec="http://schemas.microsoft.com/office/drawing/2017/decorative" val="1"/>
              </a:ext>
            </a:extLst>
          </p:cNvPr>
          <p:cNvSpPr/>
          <p:nvPr userDrawn="1"/>
        </p:nvSpPr>
        <p:spPr>
          <a:xfrm>
            <a:off x="4448910" y="6259157"/>
            <a:ext cx="246184" cy="58354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a:extLst>
              <a:ext uri="{FF2B5EF4-FFF2-40B4-BE49-F238E27FC236}">
                <a16:creationId xmlns:a16="http://schemas.microsoft.com/office/drawing/2014/main" id="{829FBC17-744B-4367-90B4-20C9CDBD18E4}"/>
              </a:ext>
              <a:ext uri="{C183D7F6-B498-43B3-948B-1728B52AA6E4}">
                <adec:decorative xmlns:adec="http://schemas.microsoft.com/office/drawing/2017/decorative" val="1"/>
              </a:ext>
            </a:extLst>
          </p:cNvPr>
          <p:cNvSpPr/>
          <p:nvPr userDrawn="1"/>
        </p:nvSpPr>
        <p:spPr>
          <a:xfrm>
            <a:off x="6137582" y="6259157"/>
            <a:ext cx="246184" cy="58354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79FD6CCE-53EA-424C-A29B-35A77F78203D}"/>
              </a:ext>
              <a:ext uri="{C183D7F6-B498-43B3-948B-1728B52AA6E4}">
                <adec:decorative xmlns:adec="http://schemas.microsoft.com/office/drawing/2017/decorative" val="1"/>
              </a:ext>
            </a:extLst>
          </p:cNvPr>
          <p:cNvSpPr/>
          <p:nvPr userDrawn="1"/>
        </p:nvSpPr>
        <p:spPr>
          <a:xfrm>
            <a:off x="7826254" y="6259157"/>
            <a:ext cx="246184" cy="583548"/>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8" name="Straight Connector 17">
            <a:extLst>
              <a:ext uri="{FF2B5EF4-FFF2-40B4-BE49-F238E27FC236}">
                <a16:creationId xmlns:a16="http://schemas.microsoft.com/office/drawing/2014/main" id="{A1ADC218-9303-4431-8BD2-4D5F9C19A2D3}"/>
              </a:ext>
              <a:ext uri="{C183D7F6-B498-43B3-948B-1728B52AA6E4}">
                <adec:decorative xmlns:adec="http://schemas.microsoft.com/office/drawing/2017/decorative" val="1"/>
              </a:ext>
            </a:extLst>
          </p:cNvPr>
          <p:cNvCxnSpPr>
            <a:cxnSpLocks/>
          </p:cNvCxnSpPr>
          <p:nvPr userDrawn="1"/>
        </p:nvCxnSpPr>
        <p:spPr>
          <a:xfrm>
            <a:off x="1194655" y="5270015"/>
            <a:ext cx="0" cy="7390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F724929-97F8-4988-BD69-D86CAA6950D1}"/>
              </a:ext>
              <a:ext uri="{C183D7F6-B498-43B3-948B-1728B52AA6E4}">
                <adec:decorative xmlns:adec="http://schemas.microsoft.com/office/drawing/2017/decorative" val="1"/>
              </a:ext>
            </a:extLst>
          </p:cNvPr>
          <p:cNvCxnSpPr>
            <a:cxnSpLocks/>
          </p:cNvCxnSpPr>
          <p:nvPr userDrawn="1"/>
        </p:nvCxnSpPr>
        <p:spPr>
          <a:xfrm>
            <a:off x="4572002" y="5270015"/>
            <a:ext cx="0" cy="73905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0FEF08-1FB7-46B4-AB6B-D672A96A71F8}"/>
              </a:ext>
              <a:ext uri="{C183D7F6-B498-43B3-948B-1728B52AA6E4}">
                <adec:decorative xmlns:adec="http://schemas.microsoft.com/office/drawing/2017/decorative" val="1"/>
              </a:ext>
            </a:extLst>
          </p:cNvPr>
          <p:cNvCxnSpPr>
            <a:cxnSpLocks/>
          </p:cNvCxnSpPr>
          <p:nvPr userDrawn="1"/>
        </p:nvCxnSpPr>
        <p:spPr>
          <a:xfrm>
            <a:off x="7949345" y="5270015"/>
            <a:ext cx="0" cy="73905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7" name="Text Placeholder 22">
            <a:extLst>
              <a:ext uri="{FF2B5EF4-FFF2-40B4-BE49-F238E27FC236}">
                <a16:creationId xmlns:a16="http://schemas.microsoft.com/office/drawing/2014/main" id="{8BA510CE-108D-434A-9BE7-BE6712175231}"/>
              </a:ext>
            </a:extLst>
          </p:cNvPr>
          <p:cNvSpPr>
            <a:spLocks noGrp="1"/>
          </p:cNvSpPr>
          <p:nvPr>
            <p:ph type="body" sz="quarter" idx="15" hasCustomPrompt="1"/>
          </p:nvPr>
        </p:nvSpPr>
        <p:spPr>
          <a:xfrm>
            <a:off x="348880" y="2893975"/>
            <a:ext cx="1688673" cy="886215"/>
          </a:xfrm>
          <a:prstGeom prst="rect">
            <a:avLst/>
          </a:prstGeom>
        </p:spPr>
        <p:txBody>
          <a:bodyPr anchor="b"/>
          <a:lstStyle>
            <a:lvl1pPr marL="0" indent="0" algn="ctr">
              <a:buNone/>
              <a:defRPr sz="1800" cap="all" baseline="0">
                <a:solidFill>
                  <a:schemeClr val="tx2"/>
                </a:solidFill>
                <a:latin typeface="Segoe UI" panose="020B0502040204020203" pitchFamily="34" charset="0"/>
              </a:defRPr>
            </a:lvl1pPr>
          </a:lstStyle>
          <a:p>
            <a:pPr lvl="0"/>
            <a:r>
              <a:rPr lang="en-US"/>
              <a:t>Add text</a:t>
            </a:r>
          </a:p>
        </p:txBody>
      </p:sp>
      <p:sp>
        <p:nvSpPr>
          <p:cNvPr id="28" name="Text Placeholder 22">
            <a:extLst>
              <a:ext uri="{FF2B5EF4-FFF2-40B4-BE49-F238E27FC236}">
                <a16:creationId xmlns:a16="http://schemas.microsoft.com/office/drawing/2014/main" id="{00414708-82D0-44BF-8CBD-2D165A385617}"/>
              </a:ext>
            </a:extLst>
          </p:cNvPr>
          <p:cNvSpPr>
            <a:spLocks noGrp="1"/>
          </p:cNvSpPr>
          <p:nvPr>
            <p:ph type="body" sz="quarter" idx="20" hasCustomPrompt="1"/>
          </p:nvPr>
        </p:nvSpPr>
        <p:spPr>
          <a:xfrm>
            <a:off x="348880" y="3796174"/>
            <a:ext cx="1688673" cy="1444279"/>
          </a:xfrm>
          <a:prstGeom prst="rect">
            <a:avLst/>
          </a:prstGeom>
        </p:spPr>
        <p:txBody>
          <a:bodyPr anchor="t"/>
          <a:lstStyle>
            <a:lvl1pPr marL="0" indent="0" algn="ctr">
              <a:lnSpc>
                <a:spcPct val="114000"/>
              </a:lnSpc>
              <a:spcBef>
                <a:spcPts val="0"/>
              </a:spcBef>
              <a:buNone/>
              <a:defRPr sz="1400" spc="50" baseline="0">
                <a:solidFill>
                  <a:schemeClr val="tx2"/>
                </a:solidFill>
              </a:defRPr>
            </a:lvl1pPr>
          </a:lstStyle>
          <a:p>
            <a:pPr lvl="0"/>
            <a:r>
              <a:rPr lang="en-US"/>
              <a:t>Add text</a:t>
            </a:r>
          </a:p>
        </p:txBody>
      </p:sp>
      <p:sp>
        <p:nvSpPr>
          <p:cNvPr id="29" name="Text Placeholder 22">
            <a:extLst>
              <a:ext uri="{FF2B5EF4-FFF2-40B4-BE49-F238E27FC236}">
                <a16:creationId xmlns:a16="http://schemas.microsoft.com/office/drawing/2014/main" id="{272F07D4-1C66-4FA2-8361-FC6267F17717}"/>
              </a:ext>
            </a:extLst>
          </p:cNvPr>
          <p:cNvSpPr>
            <a:spLocks noGrp="1"/>
          </p:cNvSpPr>
          <p:nvPr>
            <p:ph type="body" sz="quarter" idx="21" hasCustomPrompt="1"/>
          </p:nvPr>
        </p:nvSpPr>
        <p:spPr>
          <a:xfrm>
            <a:off x="3727662" y="2910907"/>
            <a:ext cx="1688673" cy="886215"/>
          </a:xfrm>
          <a:prstGeom prst="rect">
            <a:avLst/>
          </a:prstGeom>
        </p:spPr>
        <p:txBody>
          <a:bodyPr anchor="b"/>
          <a:lstStyle>
            <a:lvl1pPr marL="0" indent="0" algn="ctr">
              <a:buNone/>
              <a:defRPr sz="1800" cap="all" baseline="0">
                <a:solidFill>
                  <a:schemeClr val="accent5">
                    <a:lumMod val="75000"/>
                  </a:schemeClr>
                </a:solidFill>
                <a:latin typeface="Segoe UI" panose="020B0502040204020203" pitchFamily="34" charset="0"/>
              </a:defRPr>
            </a:lvl1pPr>
          </a:lstStyle>
          <a:p>
            <a:pPr lvl="0"/>
            <a:r>
              <a:rPr lang="en-US"/>
              <a:t>Add text</a:t>
            </a:r>
          </a:p>
        </p:txBody>
      </p:sp>
      <p:sp>
        <p:nvSpPr>
          <p:cNvPr id="30" name="Text Placeholder 22">
            <a:extLst>
              <a:ext uri="{FF2B5EF4-FFF2-40B4-BE49-F238E27FC236}">
                <a16:creationId xmlns:a16="http://schemas.microsoft.com/office/drawing/2014/main" id="{432C0CF3-19F3-4C10-9EEC-BA5E5F3FD22F}"/>
              </a:ext>
            </a:extLst>
          </p:cNvPr>
          <p:cNvSpPr>
            <a:spLocks noGrp="1"/>
          </p:cNvSpPr>
          <p:nvPr>
            <p:ph type="body" sz="quarter" idx="22" hasCustomPrompt="1"/>
          </p:nvPr>
        </p:nvSpPr>
        <p:spPr>
          <a:xfrm>
            <a:off x="3727662" y="3813107"/>
            <a:ext cx="1688673" cy="1444279"/>
          </a:xfrm>
          <a:prstGeom prst="rect">
            <a:avLst/>
          </a:prstGeom>
        </p:spPr>
        <p:txBody>
          <a:bodyPr anchor="t"/>
          <a:lstStyle>
            <a:lvl1pPr marL="0" indent="0" algn="ctr">
              <a:lnSpc>
                <a:spcPct val="114000"/>
              </a:lnSpc>
              <a:spcBef>
                <a:spcPts val="0"/>
              </a:spcBef>
              <a:buNone/>
              <a:defRPr sz="1400" spc="50" baseline="0">
                <a:solidFill>
                  <a:schemeClr val="accent5">
                    <a:lumMod val="75000"/>
                  </a:schemeClr>
                </a:solidFill>
              </a:defRPr>
            </a:lvl1pPr>
          </a:lstStyle>
          <a:p>
            <a:pPr lvl="0"/>
            <a:r>
              <a:rPr lang="en-US"/>
              <a:t>Add text</a:t>
            </a:r>
          </a:p>
        </p:txBody>
      </p:sp>
      <p:sp>
        <p:nvSpPr>
          <p:cNvPr id="31" name="Text Placeholder 22">
            <a:extLst>
              <a:ext uri="{FF2B5EF4-FFF2-40B4-BE49-F238E27FC236}">
                <a16:creationId xmlns:a16="http://schemas.microsoft.com/office/drawing/2014/main" id="{4A3A0AFC-7EB9-4059-8C59-C42379BA923E}"/>
              </a:ext>
            </a:extLst>
          </p:cNvPr>
          <p:cNvSpPr>
            <a:spLocks noGrp="1"/>
          </p:cNvSpPr>
          <p:nvPr>
            <p:ph type="body" sz="quarter" idx="23" hasCustomPrompt="1"/>
          </p:nvPr>
        </p:nvSpPr>
        <p:spPr>
          <a:xfrm>
            <a:off x="7105007" y="2910907"/>
            <a:ext cx="1688673" cy="886215"/>
          </a:xfrm>
          <a:prstGeom prst="rect">
            <a:avLst/>
          </a:prstGeom>
        </p:spPr>
        <p:txBody>
          <a:bodyPr anchor="b"/>
          <a:lstStyle>
            <a:lvl1pPr marL="0" indent="0" algn="ctr">
              <a:buNone/>
              <a:defRPr sz="1800" cap="all" baseline="0">
                <a:solidFill>
                  <a:schemeClr val="accent6">
                    <a:lumMod val="50000"/>
                  </a:schemeClr>
                </a:solidFill>
                <a:latin typeface="Segoe UI" panose="020B0502040204020203" pitchFamily="34" charset="0"/>
              </a:defRPr>
            </a:lvl1pPr>
          </a:lstStyle>
          <a:p>
            <a:pPr lvl="0"/>
            <a:r>
              <a:rPr lang="en-US"/>
              <a:t>Add text</a:t>
            </a:r>
          </a:p>
        </p:txBody>
      </p:sp>
      <p:sp>
        <p:nvSpPr>
          <p:cNvPr id="32" name="Text Placeholder 22">
            <a:extLst>
              <a:ext uri="{FF2B5EF4-FFF2-40B4-BE49-F238E27FC236}">
                <a16:creationId xmlns:a16="http://schemas.microsoft.com/office/drawing/2014/main" id="{417F27A8-21AF-48E6-8A67-65C9920A3077}"/>
              </a:ext>
            </a:extLst>
          </p:cNvPr>
          <p:cNvSpPr>
            <a:spLocks noGrp="1"/>
          </p:cNvSpPr>
          <p:nvPr>
            <p:ph type="body" sz="quarter" idx="24" hasCustomPrompt="1"/>
          </p:nvPr>
        </p:nvSpPr>
        <p:spPr>
          <a:xfrm>
            <a:off x="7105007" y="3813107"/>
            <a:ext cx="1688673" cy="1444279"/>
          </a:xfrm>
          <a:prstGeom prst="rect">
            <a:avLst/>
          </a:prstGeom>
        </p:spPr>
        <p:txBody>
          <a:bodyPr anchor="t"/>
          <a:lstStyle>
            <a:lvl1pPr marL="0" indent="0" algn="ctr">
              <a:lnSpc>
                <a:spcPct val="114000"/>
              </a:lnSpc>
              <a:spcBef>
                <a:spcPts val="0"/>
              </a:spcBef>
              <a:buNone/>
              <a:defRPr sz="1400" spc="50" baseline="0">
                <a:solidFill>
                  <a:schemeClr val="accent6">
                    <a:lumMod val="50000"/>
                  </a:schemeClr>
                </a:solidFill>
              </a:defRPr>
            </a:lvl1pPr>
          </a:lstStyle>
          <a:p>
            <a:pPr lvl="0"/>
            <a:r>
              <a:rPr lang="en-US"/>
              <a:t>Add text</a:t>
            </a:r>
          </a:p>
        </p:txBody>
      </p:sp>
      <p:sp>
        <p:nvSpPr>
          <p:cNvPr id="33" name="Text Placeholder 22">
            <a:extLst>
              <a:ext uri="{FF2B5EF4-FFF2-40B4-BE49-F238E27FC236}">
                <a16:creationId xmlns:a16="http://schemas.microsoft.com/office/drawing/2014/main" id="{F26C8D2A-15B8-4AB1-83F7-74DB0A35CC77}"/>
              </a:ext>
            </a:extLst>
          </p:cNvPr>
          <p:cNvSpPr>
            <a:spLocks noGrp="1"/>
          </p:cNvSpPr>
          <p:nvPr>
            <p:ph type="body" sz="quarter" idx="25" hasCustomPrompt="1"/>
          </p:nvPr>
        </p:nvSpPr>
        <p:spPr>
          <a:xfrm>
            <a:off x="2037552" y="7822672"/>
            <a:ext cx="1688672" cy="886215"/>
          </a:xfrm>
          <a:prstGeom prst="rect">
            <a:avLst/>
          </a:prstGeom>
        </p:spPr>
        <p:txBody>
          <a:bodyPr anchor="b"/>
          <a:lstStyle>
            <a:lvl1pPr marL="0" indent="0" algn="ctr">
              <a:buNone/>
              <a:defRPr sz="1800" cap="all" baseline="0">
                <a:solidFill>
                  <a:schemeClr val="accent2"/>
                </a:solidFill>
                <a:latin typeface="Segoe UI" panose="020B0502040204020203" pitchFamily="34" charset="0"/>
              </a:defRPr>
            </a:lvl1pPr>
          </a:lstStyle>
          <a:p>
            <a:pPr lvl="0"/>
            <a:r>
              <a:rPr lang="en-US"/>
              <a:t>Add text</a:t>
            </a:r>
          </a:p>
        </p:txBody>
      </p:sp>
      <p:sp>
        <p:nvSpPr>
          <p:cNvPr id="34" name="Text Placeholder 22">
            <a:extLst>
              <a:ext uri="{FF2B5EF4-FFF2-40B4-BE49-F238E27FC236}">
                <a16:creationId xmlns:a16="http://schemas.microsoft.com/office/drawing/2014/main" id="{07311D06-DEA1-4811-AC58-E3B935DC5A8F}"/>
              </a:ext>
            </a:extLst>
          </p:cNvPr>
          <p:cNvSpPr>
            <a:spLocks noGrp="1"/>
          </p:cNvSpPr>
          <p:nvPr>
            <p:ph type="body" sz="quarter" idx="26" hasCustomPrompt="1"/>
          </p:nvPr>
        </p:nvSpPr>
        <p:spPr>
          <a:xfrm>
            <a:off x="2037552" y="8741803"/>
            <a:ext cx="1688672" cy="1414335"/>
          </a:xfrm>
          <a:prstGeom prst="rect">
            <a:avLst/>
          </a:prstGeom>
        </p:spPr>
        <p:txBody>
          <a:bodyPr anchor="t"/>
          <a:lstStyle>
            <a:lvl1pPr marL="0" indent="0" algn="ctr">
              <a:lnSpc>
                <a:spcPct val="114000"/>
              </a:lnSpc>
              <a:spcBef>
                <a:spcPts val="0"/>
              </a:spcBef>
              <a:buNone/>
              <a:defRPr sz="1400" spc="50" baseline="0">
                <a:solidFill>
                  <a:schemeClr val="accent2"/>
                </a:solidFill>
              </a:defRPr>
            </a:lvl1pPr>
          </a:lstStyle>
          <a:p>
            <a:pPr lvl="0"/>
            <a:r>
              <a:rPr lang="en-US"/>
              <a:t>Add text</a:t>
            </a:r>
          </a:p>
        </p:txBody>
      </p:sp>
      <p:sp>
        <p:nvSpPr>
          <p:cNvPr id="35" name="Text Placeholder 22">
            <a:extLst>
              <a:ext uri="{FF2B5EF4-FFF2-40B4-BE49-F238E27FC236}">
                <a16:creationId xmlns:a16="http://schemas.microsoft.com/office/drawing/2014/main" id="{23AC1CF6-E394-4A35-A634-F187E005A4F8}"/>
              </a:ext>
            </a:extLst>
          </p:cNvPr>
          <p:cNvSpPr>
            <a:spLocks noGrp="1"/>
          </p:cNvSpPr>
          <p:nvPr>
            <p:ph type="body" sz="quarter" idx="27" hasCustomPrompt="1"/>
          </p:nvPr>
        </p:nvSpPr>
        <p:spPr>
          <a:xfrm>
            <a:off x="5416338" y="7822672"/>
            <a:ext cx="1688672" cy="886215"/>
          </a:xfrm>
          <a:prstGeom prst="rect">
            <a:avLst/>
          </a:prstGeom>
        </p:spPr>
        <p:txBody>
          <a:bodyPr anchor="b"/>
          <a:lstStyle>
            <a:lvl1pPr marL="0" indent="0" algn="ctr">
              <a:buNone/>
              <a:defRPr sz="1800" cap="all" baseline="0">
                <a:solidFill>
                  <a:schemeClr val="accent4">
                    <a:lumMod val="75000"/>
                  </a:schemeClr>
                </a:solidFill>
                <a:latin typeface="Segoe UI" panose="020B0502040204020203" pitchFamily="34" charset="0"/>
              </a:defRPr>
            </a:lvl1pPr>
          </a:lstStyle>
          <a:p>
            <a:pPr lvl="0"/>
            <a:r>
              <a:rPr lang="en-US"/>
              <a:t>Add text</a:t>
            </a:r>
          </a:p>
        </p:txBody>
      </p:sp>
      <p:sp>
        <p:nvSpPr>
          <p:cNvPr id="36" name="Text Placeholder 22">
            <a:extLst>
              <a:ext uri="{FF2B5EF4-FFF2-40B4-BE49-F238E27FC236}">
                <a16:creationId xmlns:a16="http://schemas.microsoft.com/office/drawing/2014/main" id="{9F72BEB0-9B11-4205-B9FC-10E5201C8132}"/>
              </a:ext>
            </a:extLst>
          </p:cNvPr>
          <p:cNvSpPr>
            <a:spLocks noGrp="1"/>
          </p:cNvSpPr>
          <p:nvPr>
            <p:ph type="body" sz="quarter" idx="28" hasCustomPrompt="1"/>
          </p:nvPr>
        </p:nvSpPr>
        <p:spPr>
          <a:xfrm>
            <a:off x="5416338" y="8741803"/>
            <a:ext cx="1688672" cy="1414335"/>
          </a:xfrm>
          <a:prstGeom prst="rect">
            <a:avLst/>
          </a:prstGeom>
        </p:spPr>
        <p:txBody>
          <a:bodyPr anchor="t"/>
          <a:lstStyle>
            <a:lvl1pPr marL="0" indent="0" algn="ctr">
              <a:lnSpc>
                <a:spcPct val="114000"/>
              </a:lnSpc>
              <a:spcBef>
                <a:spcPts val="0"/>
              </a:spcBef>
              <a:buNone/>
              <a:defRPr sz="1400" spc="50" baseline="0">
                <a:solidFill>
                  <a:schemeClr val="accent4">
                    <a:lumMod val="75000"/>
                  </a:schemeClr>
                </a:solidFill>
              </a:defRPr>
            </a:lvl1pPr>
          </a:lstStyle>
          <a:p>
            <a:pPr lvl="0"/>
            <a:r>
              <a:rPr lang="en-US"/>
              <a:t>Add text</a:t>
            </a:r>
          </a:p>
        </p:txBody>
      </p:sp>
      <p:cxnSp>
        <p:nvCxnSpPr>
          <p:cNvPr id="51" name="Straight Connector 50">
            <a:extLst>
              <a:ext uri="{FF2B5EF4-FFF2-40B4-BE49-F238E27FC236}">
                <a16:creationId xmlns:a16="http://schemas.microsoft.com/office/drawing/2014/main" id="{0E574CD7-C8A6-4F56-81B4-F72FB22E04DA}"/>
              </a:ext>
              <a:ext uri="{C183D7F6-B498-43B3-948B-1728B52AA6E4}">
                <adec:decorative xmlns:adec="http://schemas.microsoft.com/office/drawing/2017/decorative" val="1"/>
              </a:ext>
            </a:extLst>
          </p:cNvPr>
          <p:cNvCxnSpPr>
            <a:cxnSpLocks/>
          </p:cNvCxnSpPr>
          <p:nvPr userDrawn="1"/>
        </p:nvCxnSpPr>
        <p:spPr>
          <a:xfrm>
            <a:off x="2883536" y="7070988"/>
            <a:ext cx="0" cy="7390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0FC7994-2504-4FF9-81F5-24405FEF066C}"/>
              </a:ext>
              <a:ext uri="{C183D7F6-B498-43B3-948B-1728B52AA6E4}">
                <adec:decorative xmlns:adec="http://schemas.microsoft.com/office/drawing/2017/decorative" val="1"/>
              </a:ext>
            </a:extLst>
          </p:cNvPr>
          <p:cNvCxnSpPr>
            <a:cxnSpLocks/>
          </p:cNvCxnSpPr>
          <p:nvPr userDrawn="1"/>
        </p:nvCxnSpPr>
        <p:spPr>
          <a:xfrm>
            <a:off x="6260673" y="7070988"/>
            <a:ext cx="0" cy="7390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C4F63B8-F105-4AC4-889E-C12790C8EBB9}"/>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8C3AAE30-8A46-485A-BD2B-6ADB185632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159F9D-CDA1-4B51-B521-C243219B8F36}"/>
              </a:ext>
            </a:extLst>
          </p:cNvPr>
          <p:cNvSpPr>
            <a:spLocks noGrp="1"/>
          </p:cNvSpPr>
          <p:nvPr>
            <p:ph type="sldNum" sz="quarter" idx="12"/>
          </p:nvPr>
        </p:nvSpPr>
        <p:spPr/>
        <p:txBody>
          <a:bodyPr/>
          <a:lstStyle/>
          <a:p>
            <a:fld id="{F91729D4-A164-47A3-830D-E792BCE699E4}" type="slidenum">
              <a:rPr lang="en-US" smtClean="0"/>
              <a:pPr/>
              <a:t>‹#›</a:t>
            </a:fld>
            <a:endParaRPr lang="en-US"/>
          </a:p>
        </p:txBody>
      </p:sp>
    </p:spTree>
    <p:extLst>
      <p:ext uri="{BB962C8B-B14F-4D97-AF65-F5344CB8AC3E}">
        <p14:creationId xmlns:p14="http://schemas.microsoft.com/office/powerpoint/2010/main" val="2767837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lumn 2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48F598-64F2-429E-B3E0-FC31DC90A0D5}"/>
              </a:ext>
            </a:extLst>
          </p:cNvPr>
          <p:cNvSpPr>
            <a:spLocks noGrp="1"/>
          </p:cNvSpPr>
          <p:nvPr>
            <p:ph type="title" hasCustomPrompt="1"/>
          </p:nvPr>
        </p:nvSpPr>
        <p:spPr>
          <a:xfrm>
            <a:off x="628652" y="1155480"/>
            <a:ext cx="7886700" cy="1290911"/>
          </a:xfrm>
          <a:prstGeom prst="rect">
            <a:avLst/>
          </a:prstGeom>
        </p:spPr>
        <p:txBody>
          <a:bodyPr anchor="ctr"/>
          <a:lstStyle>
            <a:lvl1pPr algn="r">
              <a:defRPr sz="3200" cap="all" spc="200" baseline="0">
                <a:solidFill>
                  <a:schemeClr val="accent4"/>
                </a:solidFill>
              </a:defRPr>
            </a:lvl1pPr>
          </a:lstStyle>
          <a:p>
            <a:r>
              <a:rPr lang="en-US"/>
              <a:t>Click to add title</a:t>
            </a:r>
          </a:p>
        </p:txBody>
      </p:sp>
      <p:sp>
        <p:nvSpPr>
          <p:cNvPr id="2" name="Rectangle 1">
            <a:extLst>
              <a:ext uri="{FF2B5EF4-FFF2-40B4-BE49-F238E27FC236}">
                <a16:creationId xmlns:a16="http://schemas.microsoft.com/office/drawing/2014/main" id="{B7B9DAAC-E781-43E6-913C-893B8D6754F5}"/>
              </a:ext>
              <a:ext uri="{C183D7F6-B498-43B3-948B-1728B52AA6E4}">
                <adec:decorative xmlns:adec="http://schemas.microsoft.com/office/drawing/2017/decorative" val="1"/>
              </a:ext>
            </a:extLst>
          </p:cNvPr>
          <p:cNvSpPr/>
          <p:nvPr userDrawn="1"/>
        </p:nvSpPr>
        <p:spPr>
          <a:xfrm>
            <a:off x="-1" y="942651"/>
            <a:ext cx="9144002" cy="1581100"/>
          </a:xfrm>
          <a:prstGeom prst="rect">
            <a:avLst/>
          </a:prstGeom>
          <a:solidFill>
            <a:schemeClr val="accent6">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14">
            <a:extLst>
              <a:ext uri="{FF2B5EF4-FFF2-40B4-BE49-F238E27FC236}">
                <a16:creationId xmlns:a16="http://schemas.microsoft.com/office/drawing/2014/main" id="{1C78864A-44CD-4C12-B023-C16330014BEB}"/>
              </a:ext>
            </a:extLst>
          </p:cNvPr>
          <p:cNvSpPr>
            <a:spLocks noGrp="1"/>
          </p:cNvSpPr>
          <p:nvPr>
            <p:ph type="body" sz="quarter" idx="13" hasCustomPrompt="1"/>
          </p:nvPr>
        </p:nvSpPr>
        <p:spPr>
          <a:xfrm>
            <a:off x="958319" y="3669049"/>
            <a:ext cx="3470073" cy="750871"/>
          </a:xfrm>
          <a:prstGeom prst="rect">
            <a:avLst/>
          </a:prstGeom>
        </p:spPr>
        <p:txBody>
          <a:bodyPr>
            <a:normAutofit/>
          </a:bodyPr>
          <a:lstStyle>
            <a:lvl1pPr marL="0" indent="0" algn="l">
              <a:buNone/>
              <a:defRPr sz="2000" b="0" i="0" spc="200" baseline="0">
                <a:solidFill>
                  <a:schemeClr val="accent5"/>
                </a:solidFill>
              </a:defRPr>
            </a:lvl1pPr>
          </a:lstStyle>
          <a:p>
            <a:pPr lvl="0"/>
            <a:r>
              <a:rPr lang="en-US"/>
              <a:t>Click to add subtitle here </a:t>
            </a:r>
          </a:p>
        </p:txBody>
      </p:sp>
      <p:sp>
        <p:nvSpPr>
          <p:cNvPr id="11" name="Text Placeholder 17">
            <a:extLst>
              <a:ext uri="{FF2B5EF4-FFF2-40B4-BE49-F238E27FC236}">
                <a16:creationId xmlns:a16="http://schemas.microsoft.com/office/drawing/2014/main" id="{6D9CE0F4-78C6-4BD6-9C58-FDFC16FF09AB}"/>
              </a:ext>
            </a:extLst>
          </p:cNvPr>
          <p:cNvSpPr>
            <a:spLocks noGrp="1"/>
          </p:cNvSpPr>
          <p:nvPr>
            <p:ph type="body" sz="quarter" idx="16" hasCustomPrompt="1"/>
          </p:nvPr>
        </p:nvSpPr>
        <p:spPr>
          <a:xfrm>
            <a:off x="958164" y="4419919"/>
            <a:ext cx="3469720" cy="5912396"/>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a:t>Click to add text</a:t>
            </a:r>
          </a:p>
        </p:txBody>
      </p:sp>
      <p:sp>
        <p:nvSpPr>
          <p:cNvPr id="10" name="Text Placeholder 14">
            <a:extLst>
              <a:ext uri="{FF2B5EF4-FFF2-40B4-BE49-F238E27FC236}">
                <a16:creationId xmlns:a16="http://schemas.microsoft.com/office/drawing/2014/main" id="{B499BD94-B24B-4B23-9B87-81DF413EA416}"/>
              </a:ext>
            </a:extLst>
          </p:cNvPr>
          <p:cNvSpPr>
            <a:spLocks noGrp="1"/>
          </p:cNvSpPr>
          <p:nvPr>
            <p:ph type="body" sz="quarter" idx="15" hasCustomPrompt="1"/>
          </p:nvPr>
        </p:nvSpPr>
        <p:spPr>
          <a:xfrm>
            <a:off x="4763782" y="3669044"/>
            <a:ext cx="3470072" cy="750871"/>
          </a:xfrm>
          <a:prstGeom prst="rect">
            <a:avLst/>
          </a:prstGeom>
        </p:spPr>
        <p:txBody>
          <a:bodyPr>
            <a:normAutofit/>
          </a:bodyPr>
          <a:lstStyle>
            <a:lvl1pPr marL="0" indent="0" algn="l">
              <a:buNone/>
              <a:defRPr sz="2000" b="0" i="0" spc="200" baseline="0">
                <a:solidFill>
                  <a:schemeClr val="accent5"/>
                </a:solidFill>
              </a:defRPr>
            </a:lvl1pPr>
          </a:lstStyle>
          <a:p>
            <a:pPr lvl="0"/>
            <a:r>
              <a:rPr lang="en-US"/>
              <a:t>Click to add subtitle here </a:t>
            </a:r>
          </a:p>
        </p:txBody>
      </p:sp>
      <p:sp>
        <p:nvSpPr>
          <p:cNvPr id="12" name="Text Placeholder 17">
            <a:extLst>
              <a:ext uri="{FF2B5EF4-FFF2-40B4-BE49-F238E27FC236}">
                <a16:creationId xmlns:a16="http://schemas.microsoft.com/office/drawing/2014/main" id="{6BC5A941-8EB4-4D4B-9671-6B8FA6447ABE}"/>
              </a:ext>
            </a:extLst>
          </p:cNvPr>
          <p:cNvSpPr>
            <a:spLocks noGrp="1"/>
          </p:cNvSpPr>
          <p:nvPr>
            <p:ph type="body" sz="quarter" idx="17" hasCustomPrompt="1"/>
          </p:nvPr>
        </p:nvSpPr>
        <p:spPr>
          <a:xfrm>
            <a:off x="4764142" y="4419918"/>
            <a:ext cx="3469720" cy="5912396"/>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a:t>Click to add text</a:t>
            </a:r>
          </a:p>
        </p:txBody>
      </p:sp>
      <p:sp>
        <p:nvSpPr>
          <p:cNvPr id="4" name="Date Placeholder 3">
            <a:extLst>
              <a:ext uri="{FF2B5EF4-FFF2-40B4-BE49-F238E27FC236}">
                <a16:creationId xmlns:a16="http://schemas.microsoft.com/office/drawing/2014/main" id="{AE4E3392-5868-4F6C-BFCC-ECCB66A3B2C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ED975EE-261C-47D3-A9E5-7401C706A4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7BB3A-38A2-4A8E-88C2-55FAE758D5AC}"/>
              </a:ext>
            </a:extLst>
          </p:cNvPr>
          <p:cNvSpPr>
            <a:spLocks noGrp="1"/>
          </p:cNvSpPr>
          <p:nvPr>
            <p:ph type="sldNum" sz="quarter" idx="12"/>
          </p:nvPr>
        </p:nvSpPr>
        <p:spPr/>
        <p:txBody>
          <a:bodyPr/>
          <a:lstStyle/>
          <a:p>
            <a:fld id="{F91729D4-A164-47A3-830D-E792BCE699E4}" type="slidenum">
              <a:rPr lang="en-US" smtClean="0"/>
              <a:t>‹#›</a:t>
            </a:fld>
            <a:endParaRPr lang="en-US"/>
          </a:p>
        </p:txBody>
      </p:sp>
    </p:spTree>
    <p:extLst>
      <p:ext uri="{BB962C8B-B14F-4D97-AF65-F5344CB8AC3E}">
        <p14:creationId xmlns:p14="http://schemas.microsoft.com/office/powerpoint/2010/main" val="1389179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lumn 3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3E9C-104B-4460-A48D-0C2C5329B84B}"/>
              </a:ext>
            </a:extLst>
          </p:cNvPr>
          <p:cNvSpPr>
            <a:spLocks noGrp="1"/>
          </p:cNvSpPr>
          <p:nvPr>
            <p:ph type="title" hasCustomPrompt="1"/>
          </p:nvPr>
        </p:nvSpPr>
        <p:spPr>
          <a:xfrm>
            <a:off x="628652" y="1138547"/>
            <a:ext cx="7886700" cy="1290911"/>
          </a:xfrm>
          <a:prstGeom prst="rect">
            <a:avLst/>
          </a:prstGeom>
        </p:spPr>
        <p:txBody>
          <a:bodyPr anchor="ctr"/>
          <a:lstStyle>
            <a:lvl1pPr algn="r">
              <a:defRPr sz="3200" cap="all" spc="200" baseline="0">
                <a:solidFill>
                  <a:schemeClr val="accent4"/>
                </a:solidFill>
              </a:defRPr>
            </a:lvl1pPr>
          </a:lstStyle>
          <a:p>
            <a:r>
              <a:rPr lang="en-US"/>
              <a:t>Click to add title</a:t>
            </a:r>
          </a:p>
        </p:txBody>
      </p:sp>
      <p:sp>
        <p:nvSpPr>
          <p:cNvPr id="11" name="Rectangle 10">
            <a:extLst>
              <a:ext uri="{FF2B5EF4-FFF2-40B4-BE49-F238E27FC236}">
                <a16:creationId xmlns:a16="http://schemas.microsoft.com/office/drawing/2014/main" id="{716DDC2F-7D33-44CF-9D9F-B342720BBC65}"/>
              </a:ext>
              <a:ext uri="{C183D7F6-B498-43B3-948B-1728B52AA6E4}">
                <adec:decorative xmlns:adec="http://schemas.microsoft.com/office/drawing/2017/decorative" val="1"/>
              </a:ext>
            </a:extLst>
          </p:cNvPr>
          <p:cNvSpPr/>
          <p:nvPr userDrawn="1"/>
        </p:nvSpPr>
        <p:spPr>
          <a:xfrm>
            <a:off x="-2" y="942651"/>
            <a:ext cx="9144000" cy="1581100"/>
          </a:xfrm>
          <a:prstGeom prst="rect">
            <a:avLst/>
          </a:prstGeom>
          <a:solidFill>
            <a:schemeClr val="accent6">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Text Placeholder 14">
            <a:extLst>
              <a:ext uri="{FF2B5EF4-FFF2-40B4-BE49-F238E27FC236}">
                <a16:creationId xmlns:a16="http://schemas.microsoft.com/office/drawing/2014/main" id="{9A8189FC-92D4-447F-BE75-86F13BA33B6C}"/>
              </a:ext>
            </a:extLst>
          </p:cNvPr>
          <p:cNvSpPr>
            <a:spLocks noGrp="1"/>
          </p:cNvSpPr>
          <p:nvPr>
            <p:ph type="body" sz="quarter" idx="13" hasCustomPrompt="1"/>
          </p:nvPr>
        </p:nvSpPr>
        <p:spPr>
          <a:xfrm>
            <a:off x="362355" y="3669049"/>
            <a:ext cx="2636779" cy="750871"/>
          </a:xfrm>
          <a:prstGeom prst="rect">
            <a:avLst/>
          </a:prstGeom>
        </p:spPr>
        <p:txBody>
          <a:bodyPr>
            <a:noAutofit/>
          </a:bodyPr>
          <a:lstStyle>
            <a:lvl1pPr marL="0" indent="0" algn="l">
              <a:buNone/>
              <a:defRPr sz="2000" b="0" i="0" spc="200" baseline="0">
                <a:solidFill>
                  <a:schemeClr val="accent5"/>
                </a:solidFill>
              </a:defRPr>
            </a:lvl1pPr>
          </a:lstStyle>
          <a:p>
            <a:pPr lvl="0"/>
            <a:r>
              <a:rPr lang="en-US"/>
              <a:t>Click to add subtitle here </a:t>
            </a:r>
          </a:p>
        </p:txBody>
      </p:sp>
      <p:sp>
        <p:nvSpPr>
          <p:cNvPr id="14" name="Text Placeholder 17">
            <a:extLst>
              <a:ext uri="{FF2B5EF4-FFF2-40B4-BE49-F238E27FC236}">
                <a16:creationId xmlns:a16="http://schemas.microsoft.com/office/drawing/2014/main" id="{4FDAEC9F-05AF-4D5D-AD2C-537FF767ED6A}"/>
              </a:ext>
            </a:extLst>
          </p:cNvPr>
          <p:cNvSpPr>
            <a:spLocks noGrp="1"/>
          </p:cNvSpPr>
          <p:nvPr>
            <p:ph type="body" sz="quarter" idx="16" hasCustomPrompt="1"/>
          </p:nvPr>
        </p:nvSpPr>
        <p:spPr>
          <a:xfrm>
            <a:off x="362198" y="4486995"/>
            <a:ext cx="2636510" cy="5912396"/>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a:t>Click to add text</a:t>
            </a:r>
          </a:p>
        </p:txBody>
      </p:sp>
      <p:sp>
        <p:nvSpPr>
          <p:cNvPr id="22" name="Text Placeholder 14">
            <a:extLst>
              <a:ext uri="{FF2B5EF4-FFF2-40B4-BE49-F238E27FC236}">
                <a16:creationId xmlns:a16="http://schemas.microsoft.com/office/drawing/2014/main" id="{2492CECA-D20C-47AF-A75A-44DFDE74D82D}"/>
              </a:ext>
            </a:extLst>
          </p:cNvPr>
          <p:cNvSpPr>
            <a:spLocks noGrp="1"/>
          </p:cNvSpPr>
          <p:nvPr>
            <p:ph type="body" sz="quarter" idx="17" hasCustomPrompt="1"/>
          </p:nvPr>
        </p:nvSpPr>
        <p:spPr>
          <a:xfrm>
            <a:off x="3247343" y="3669049"/>
            <a:ext cx="2636779" cy="750871"/>
          </a:xfrm>
          <a:prstGeom prst="rect">
            <a:avLst/>
          </a:prstGeom>
        </p:spPr>
        <p:txBody>
          <a:bodyPr>
            <a:noAutofit/>
          </a:bodyPr>
          <a:lstStyle>
            <a:lvl1pPr marL="0" indent="0" algn="l">
              <a:buNone/>
              <a:defRPr sz="2000" b="0" i="0" spc="200" baseline="0">
                <a:solidFill>
                  <a:schemeClr val="accent5"/>
                </a:solidFill>
              </a:defRPr>
            </a:lvl1pPr>
          </a:lstStyle>
          <a:p>
            <a:pPr lvl="0"/>
            <a:r>
              <a:rPr lang="en-US"/>
              <a:t>Click to add subtitle here </a:t>
            </a:r>
          </a:p>
        </p:txBody>
      </p:sp>
      <p:sp>
        <p:nvSpPr>
          <p:cNvPr id="23" name="Text Placeholder 17">
            <a:extLst>
              <a:ext uri="{FF2B5EF4-FFF2-40B4-BE49-F238E27FC236}">
                <a16:creationId xmlns:a16="http://schemas.microsoft.com/office/drawing/2014/main" id="{EEF915A4-555A-4718-876D-625A85FAB0C9}"/>
              </a:ext>
            </a:extLst>
          </p:cNvPr>
          <p:cNvSpPr>
            <a:spLocks noGrp="1"/>
          </p:cNvSpPr>
          <p:nvPr>
            <p:ph type="body" sz="quarter" idx="18" hasCustomPrompt="1"/>
          </p:nvPr>
        </p:nvSpPr>
        <p:spPr>
          <a:xfrm>
            <a:off x="3247186" y="4486995"/>
            <a:ext cx="2636510" cy="5912396"/>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a:t>Click to add text</a:t>
            </a:r>
          </a:p>
        </p:txBody>
      </p:sp>
      <p:sp>
        <p:nvSpPr>
          <p:cNvPr id="26" name="Text Placeholder 14">
            <a:extLst>
              <a:ext uri="{FF2B5EF4-FFF2-40B4-BE49-F238E27FC236}">
                <a16:creationId xmlns:a16="http://schemas.microsoft.com/office/drawing/2014/main" id="{7458D237-AB82-4392-B182-AAF3694FDB1D}"/>
              </a:ext>
            </a:extLst>
          </p:cNvPr>
          <p:cNvSpPr>
            <a:spLocks noGrp="1"/>
          </p:cNvSpPr>
          <p:nvPr>
            <p:ph type="body" sz="quarter" idx="19" hasCustomPrompt="1"/>
          </p:nvPr>
        </p:nvSpPr>
        <p:spPr>
          <a:xfrm>
            <a:off x="6131906" y="3669049"/>
            <a:ext cx="2636779" cy="750871"/>
          </a:xfrm>
          <a:prstGeom prst="rect">
            <a:avLst/>
          </a:prstGeom>
        </p:spPr>
        <p:txBody>
          <a:bodyPr>
            <a:noAutofit/>
          </a:bodyPr>
          <a:lstStyle>
            <a:lvl1pPr marL="0" indent="0" algn="l">
              <a:buNone/>
              <a:defRPr sz="2000" b="0" i="0" spc="200" baseline="0">
                <a:solidFill>
                  <a:schemeClr val="accent5"/>
                </a:solidFill>
              </a:defRPr>
            </a:lvl1pPr>
          </a:lstStyle>
          <a:p>
            <a:pPr lvl="0"/>
            <a:r>
              <a:rPr lang="en-US"/>
              <a:t>Click to add subtitle here </a:t>
            </a:r>
          </a:p>
        </p:txBody>
      </p:sp>
      <p:sp>
        <p:nvSpPr>
          <p:cNvPr id="27" name="Text Placeholder 17">
            <a:extLst>
              <a:ext uri="{FF2B5EF4-FFF2-40B4-BE49-F238E27FC236}">
                <a16:creationId xmlns:a16="http://schemas.microsoft.com/office/drawing/2014/main" id="{AAA9CCE2-427A-46C0-A79B-0D01E8888EEB}"/>
              </a:ext>
            </a:extLst>
          </p:cNvPr>
          <p:cNvSpPr>
            <a:spLocks noGrp="1"/>
          </p:cNvSpPr>
          <p:nvPr>
            <p:ph type="body" sz="quarter" idx="20" hasCustomPrompt="1"/>
          </p:nvPr>
        </p:nvSpPr>
        <p:spPr>
          <a:xfrm>
            <a:off x="6131749" y="4486995"/>
            <a:ext cx="2636510" cy="5912396"/>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a:t>Click to add text</a:t>
            </a:r>
          </a:p>
        </p:txBody>
      </p:sp>
      <p:sp>
        <p:nvSpPr>
          <p:cNvPr id="4" name="Date Placeholder 3">
            <a:extLst>
              <a:ext uri="{FF2B5EF4-FFF2-40B4-BE49-F238E27FC236}">
                <a16:creationId xmlns:a16="http://schemas.microsoft.com/office/drawing/2014/main" id="{235A30FE-146C-418D-B68F-9EBB829D029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6BCBBE8-05C6-4946-80F5-DE319A6FCE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2839E0-080F-4A5D-99FB-FD1917E7F5BF}"/>
              </a:ext>
            </a:extLst>
          </p:cNvPr>
          <p:cNvSpPr>
            <a:spLocks noGrp="1"/>
          </p:cNvSpPr>
          <p:nvPr>
            <p:ph type="sldNum" sz="quarter" idx="12"/>
          </p:nvPr>
        </p:nvSpPr>
        <p:spPr/>
        <p:txBody>
          <a:bodyPr/>
          <a:lstStyle/>
          <a:p>
            <a:fld id="{F91729D4-A164-47A3-830D-E792BCE699E4}" type="slidenum">
              <a:rPr lang="en-US" smtClean="0"/>
              <a:t>‹#›</a:t>
            </a:fld>
            <a:endParaRPr lang="en-US"/>
          </a:p>
        </p:txBody>
      </p:sp>
    </p:spTree>
    <p:extLst>
      <p:ext uri="{BB962C8B-B14F-4D97-AF65-F5344CB8AC3E}">
        <p14:creationId xmlns:p14="http://schemas.microsoft.com/office/powerpoint/2010/main" val="307788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C65D0-3E91-45C0-BC6C-CC7BFE58B0B9}"/>
              </a:ext>
            </a:extLst>
          </p:cNvPr>
          <p:cNvSpPr>
            <a:spLocks noGrp="1"/>
          </p:cNvSpPr>
          <p:nvPr>
            <p:ph type="title" hasCustomPrompt="1"/>
          </p:nvPr>
        </p:nvSpPr>
        <p:spPr>
          <a:xfrm>
            <a:off x="1181101" y="6096000"/>
            <a:ext cx="2322991" cy="1739392"/>
          </a:xfrm>
          <a:prstGeom prst="rect">
            <a:avLst/>
          </a:prstGeom>
        </p:spPr>
        <p:txBody>
          <a:bodyPr anchor="ctr"/>
          <a:lstStyle>
            <a:lvl1pPr algn="l">
              <a:defRPr sz="3200" cap="all" spc="200" baseline="0">
                <a:solidFill>
                  <a:schemeClr val="accent4"/>
                </a:solidFill>
              </a:defRPr>
            </a:lvl1pPr>
          </a:lstStyle>
          <a:p>
            <a:r>
              <a:rPr lang="en-US"/>
              <a:t>Click to add title</a:t>
            </a:r>
          </a:p>
        </p:txBody>
      </p:sp>
      <p:sp>
        <p:nvSpPr>
          <p:cNvPr id="6" name="Picture Placeholder 5">
            <a:extLst>
              <a:ext uri="{FF2B5EF4-FFF2-40B4-BE49-F238E27FC236}">
                <a16:creationId xmlns:a16="http://schemas.microsoft.com/office/drawing/2014/main" id="{09651A5D-2C86-4900-A248-8559E39BDAC9}"/>
              </a:ext>
            </a:extLst>
          </p:cNvPr>
          <p:cNvSpPr>
            <a:spLocks noGrp="1"/>
          </p:cNvSpPr>
          <p:nvPr>
            <p:ph type="pic" sz="quarter" idx="13" hasCustomPrompt="1"/>
          </p:nvPr>
        </p:nvSpPr>
        <p:spPr>
          <a:xfrm>
            <a:off x="0" y="2"/>
            <a:ext cx="9144000" cy="3646311"/>
          </a:xfrm>
          <a:prstGeom prst="rect">
            <a:avLst/>
          </a:prstGeom>
        </p:spPr>
        <p:txBody>
          <a:bodyPr/>
          <a:lstStyle>
            <a:lvl1pPr marL="0" indent="0" algn="ctr">
              <a:buNone/>
              <a:defRPr spc="400" baseline="0"/>
            </a:lvl1pPr>
          </a:lstStyle>
          <a:p>
            <a:r>
              <a:rPr lang="en-US"/>
              <a:t>Click to add photo</a:t>
            </a:r>
          </a:p>
        </p:txBody>
      </p:sp>
      <p:sp>
        <p:nvSpPr>
          <p:cNvPr id="9" name="Text Placeholder 11">
            <a:extLst>
              <a:ext uri="{FF2B5EF4-FFF2-40B4-BE49-F238E27FC236}">
                <a16:creationId xmlns:a16="http://schemas.microsoft.com/office/drawing/2014/main" id="{D5F84479-AB5A-4587-BAAF-A05E52224B46}"/>
              </a:ext>
            </a:extLst>
          </p:cNvPr>
          <p:cNvSpPr>
            <a:spLocks noGrp="1"/>
          </p:cNvSpPr>
          <p:nvPr>
            <p:ph type="body" sz="quarter" idx="16" hasCustomPrompt="1"/>
          </p:nvPr>
        </p:nvSpPr>
        <p:spPr>
          <a:xfrm>
            <a:off x="4676775" y="5074954"/>
            <a:ext cx="3562351" cy="3786615"/>
          </a:xfrm>
          <a:prstGeom prst="rect">
            <a:avLst/>
          </a:prstGeom>
        </p:spPr>
        <p:txBody>
          <a:bodyPr/>
          <a:lstStyle>
            <a:lvl1pPr marL="0" indent="0" algn="l">
              <a:lnSpc>
                <a:spcPct val="150000"/>
              </a:lnSpc>
              <a:spcBef>
                <a:spcPts val="0"/>
              </a:spcBef>
              <a:buNone/>
              <a:defRPr sz="1400" cap="none" spc="50" baseline="0">
                <a:latin typeface="+mn-lt"/>
              </a:defRPr>
            </a:lvl1pPr>
          </a:lstStyle>
          <a:p>
            <a:pPr lvl="0"/>
            <a:r>
              <a:rPr lang="en-US"/>
              <a:t>Click to add text</a:t>
            </a:r>
          </a:p>
        </p:txBody>
      </p:sp>
      <p:sp>
        <p:nvSpPr>
          <p:cNvPr id="7" name="Picture Placeholder 5">
            <a:extLst>
              <a:ext uri="{FF2B5EF4-FFF2-40B4-BE49-F238E27FC236}">
                <a16:creationId xmlns:a16="http://schemas.microsoft.com/office/drawing/2014/main" id="{3D8D3253-3A08-4F2F-B6B3-607BBC6B33D7}"/>
              </a:ext>
            </a:extLst>
          </p:cNvPr>
          <p:cNvSpPr>
            <a:spLocks noGrp="1"/>
          </p:cNvSpPr>
          <p:nvPr>
            <p:ph type="pic" sz="quarter" idx="14" hasCustomPrompt="1"/>
          </p:nvPr>
        </p:nvSpPr>
        <p:spPr>
          <a:xfrm>
            <a:off x="0" y="10290209"/>
            <a:ext cx="9144000" cy="1901796"/>
          </a:xfrm>
          <a:prstGeom prst="rect">
            <a:avLst/>
          </a:prstGeom>
        </p:spPr>
        <p:txBody>
          <a:bodyPr/>
          <a:lstStyle>
            <a:lvl1pPr marL="0" indent="0" algn="ctr">
              <a:buNone/>
              <a:defRPr spc="400" baseline="0"/>
            </a:lvl1pPr>
          </a:lstStyle>
          <a:p>
            <a:r>
              <a:rPr lang="en-US"/>
              <a:t>Click to add photo</a:t>
            </a:r>
          </a:p>
        </p:txBody>
      </p:sp>
      <p:sp>
        <p:nvSpPr>
          <p:cNvPr id="3" name="Date Placeholder 2">
            <a:extLst>
              <a:ext uri="{FF2B5EF4-FFF2-40B4-BE49-F238E27FC236}">
                <a16:creationId xmlns:a16="http://schemas.microsoft.com/office/drawing/2014/main" id="{92B75CEA-DDFB-4C62-B83F-6A0B86FA74F7}"/>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a:p>
        </p:txBody>
      </p:sp>
      <p:sp>
        <p:nvSpPr>
          <p:cNvPr id="4" name="Footer Placeholder 3">
            <a:extLst>
              <a:ext uri="{FF2B5EF4-FFF2-40B4-BE49-F238E27FC236}">
                <a16:creationId xmlns:a16="http://schemas.microsoft.com/office/drawing/2014/main" id="{5D425E30-50C5-42DD-911D-36C0E732E337}"/>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a:p>
        </p:txBody>
      </p:sp>
      <p:sp>
        <p:nvSpPr>
          <p:cNvPr id="5" name="Slide Number Placeholder 4">
            <a:extLst>
              <a:ext uri="{FF2B5EF4-FFF2-40B4-BE49-F238E27FC236}">
                <a16:creationId xmlns:a16="http://schemas.microsoft.com/office/drawing/2014/main" id="{6E88C855-986C-4539-81CE-5421C8EB71F7}"/>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F91729D4-A164-47A3-830D-E792BCE699E4}" type="slidenum">
              <a:rPr lang="en-US" smtClean="0"/>
              <a:pPr/>
              <a:t>‹#›</a:t>
            </a:fld>
            <a:endParaRPr lang="en-US"/>
          </a:p>
        </p:txBody>
      </p:sp>
    </p:spTree>
    <p:extLst>
      <p:ext uri="{BB962C8B-B14F-4D97-AF65-F5344CB8AC3E}">
        <p14:creationId xmlns:p14="http://schemas.microsoft.com/office/powerpoint/2010/main" val="2377239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8F63EB3-EB79-4150-A7A5-F675662724D7}"/>
              </a:ext>
            </a:extLst>
          </p:cNvPr>
          <p:cNvSpPr>
            <a:spLocks noGrp="1"/>
          </p:cNvSpPr>
          <p:nvPr>
            <p:ph type="title" hasCustomPrompt="1"/>
          </p:nvPr>
        </p:nvSpPr>
        <p:spPr>
          <a:xfrm>
            <a:off x="3054929" y="1949114"/>
            <a:ext cx="3034145" cy="2828071"/>
          </a:xfrm>
          <a:prstGeom prst="rect">
            <a:avLst/>
          </a:prstGeom>
        </p:spPr>
        <p:txBody>
          <a:bodyPr anchor="b"/>
          <a:lstStyle>
            <a:lvl1pPr>
              <a:defRPr sz="3200" cap="all" spc="200" baseline="0">
                <a:solidFill>
                  <a:schemeClr val="accent4"/>
                </a:solidFill>
              </a:defRPr>
            </a:lvl1pPr>
          </a:lstStyle>
          <a:p>
            <a:r>
              <a:rPr lang="en-US"/>
              <a:t>Click to add title</a:t>
            </a:r>
          </a:p>
        </p:txBody>
      </p:sp>
      <p:sp>
        <p:nvSpPr>
          <p:cNvPr id="6" name="Picture Placeholder 5">
            <a:extLst>
              <a:ext uri="{FF2B5EF4-FFF2-40B4-BE49-F238E27FC236}">
                <a16:creationId xmlns:a16="http://schemas.microsoft.com/office/drawing/2014/main" id="{289D0B50-E879-41B9-9B1B-EBB40605D1B7}"/>
              </a:ext>
            </a:extLst>
          </p:cNvPr>
          <p:cNvSpPr>
            <a:spLocks noGrp="1"/>
          </p:cNvSpPr>
          <p:nvPr>
            <p:ph type="pic" sz="quarter" idx="13" hasCustomPrompt="1"/>
          </p:nvPr>
        </p:nvSpPr>
        <p:spPr>
          <a:xfrm>
            <a:off x="1" y="1691157"/>
            <a:ext cx="2057402" cy="8440113"/>
          </a:xfrm>
          <a:prstGeom prst="rect">
            <a:avLst/>
          </a:prstGeom>
        </p:spPr>
        <p:txBody>
          <a:bodyPr/>
          <a:lstStyle>
            <a:lvl1pPr marL="0" indent="0" algn="ctr">
              <a:buNone/>
              <a:defRPr spc="400" baseline="0"/>
            </a:lvl1pPr>
          </a:lstStyle>
          <a:p>
            <a:r>
              <a:rPr lang="en-US"/>
              <a:t>Click to add photo</a:t>
            </a:r>
          </a:p>
        </p:txBody>
      </p:sp>
      <p:sp>
        <p:nvSpPr>
          <p:cNvPr id="8" name="Text Placeholder 8">
            <a:extLst>
              <a:ext uri="{FF2B5EF4-FFF2-40B4-BE49-F238E27FC236}">
                <a16:creationId xmlns:a16="http://schemas.microsoft.com/office/drawing/2014/main" id="{EB4D3EE7-1F3B-4AAB-A04D-3162C35A1A90}"/>
              </a:ext>
            </a:extLst>
          </p:cNvPr>
          <p:cNvSpPr>
            <a:spLocks noGrp="1"/>
          </p:cNvSpPr>
          <p:nvPr>
            <p:ph type="body" sz="quarter" idx="16" hasCustomPrompt="1"/>
          </p:nvPr>
        </p:nvSpPr>
        <p:spPr>
          <a:xfrm>
            <a:off x="3080516" y="5174615"/>
            <a:ext cx="3008558" cy="3664464"/>
          </a:xfrm>
          <a:prstGeom prst="rect">
            <a:avLst/>
          </a:prstGeom>
        </p:spPr>
        <p:txBody>
          <a:bodyPr anchor="t"/>
          <a:lstStyle>
            <a:lvl1pPr marL="0" indent="0">
              <a:lnSpc>
                <a:spcPct val="200000"/>
              </a:lnSpc>
              <a:spcBef>
                <a:spcPts val="0"/>
              </a:spcBef>
              <a:buFont typeface="Segoe UI Light" panose="020B0502040204020203" pitchFamily="34" charset="0"/>
              <a:buNone/>
              <a:defRPr sz="2000" b="0" i="0" spc="200" baseline="0">
                <a:solidFill>
                  <a:schemeClr val="accent4"/>
                </a:solidFill>
              </a:defRPr>
            </a:lvl1pPr>
          </a:lstStyle>
          <a:p>
            <a:pPr lvl="0"/>
            <a:r>
              <a:rPr lang="en-US"/>
              <a:t>Click to add name</a:t>
            </a:r>
          </a:p>
        </p:txBody>
      </p:sp>
      <p:sp>
        <p:nvSpPr>
          <p:cNvPr id="9" name="Picture Placeholder 5">
            <a:extLst>
              <a:ext uri="{FF2B5EF4-FFF2-40B4-BE49-F238E27FC236}">
                <a16:creationId xmlns:a16="http://schemas.microsoft.com/office/drawing/2014/main" id="{2A57A12F-74B8-4CBC-816C-F2AC890D1B90}"/>
              </a:ext>
            </a:extLst>
          </p:cNvPr>
          <p:cNvSpPr>
            <a:spLocks noGrp="1"/>
          </p:cNvSpPr>
          <p:nvPr>
            <p:ph type="pic" sz="quarter" idx="17" hasCustomPrompt="1"/>
          </p:nvPr>
        </p:nvSpPr>
        <p:spPr>
          <a:xfrm>
            <a:off x="7086600" y="1691157"/>
            <a:ext cx="2057400" cy="8440113"/>
          </a:xfrm>
          <a:prstGeom prst="rect">
            <a:avLst/>
          </a:prstGeom>
        </p:spPr>
        <p:txBody>
          <a:bodyPr/>
          <a:lstStyle>
            <a:lvl1pPr marL="0" indent="0" algn="ctr">
              <a:buNone/>
              <a:defRPr spc="400" baseline="0"/>
            </a:lvl1pPr>
          </a:lstStyle>
          <a:p>
            <a:r>
              <a:rPr lang="en-US"/>
              <a:t>Click to add photo</a:t>
            </a:r>
          </a:p>
        </p:txBody>
      </p:sp>
      <p:sp>
        <p:nvSpPr>
          <p:cNvPr id="3" name="Date Placeholder 2">
            <a:extLst>
              <a:ext uri="{FF2B5EF4-FFF2-40B4-BE49-F238E27FC236}">
                <a16:creationId xmlns:a16="http://schemas.microsoft.com/office/drawing/2014/main" id="{2A19A048-F803-428B-9A66-6DE56F4DE58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B42CDA7-93A6-45DB-9062-E70E51ACB7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F08F63-561A-455E-8ED8-20CCE58E722A}"/>
              </a:ext>
            </a:extLst>
          </p:cNvPr>
          <p:cNvSpPr>
            <a:spLocks noGrp="1"/>
          </p:cNvSpPr>
          <p:nvPr>
            <p:ph type="sldNum" sz="quarter" idx="12"/>
          </p:nvPr>
        </p:nvSpPr>
        <p:spPr/>
        <p:txBody>
          <a:bodyPr/>
          <a:lstStyle/>
          <a:p>
            <a:fld id="{F91729D4-A164-47A3-830D-E792BCE699E4}" type="slidenum">
              <a:rPr lang="en-US" smtClean="0"/>
              <a:t>‹#›</a:t>
            </a:fld>
            <a:endParaRPr lang="en-US"/>
          </a:p>
        </p:txBody>
      </p:sp>
    </p:spTree>
    <p:extLst>
      <p:ext uri="{BB962C8B-B14F-4D97-AF65-F5344CB8AC3E}">
        <p14:creationId xmlns:p14="http://schemas.microsoft.com/office/powerpoint/2010/main" val="3549593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628651" y="11300181"/>
            <a:ext cx="2057400" cy="649111"/>
          </a:xfrm>
          <a:prstGeom prst="rect">
            <a:avLst/>
          </a:prstGeom>
        </p:spPr>
        <p:txBody>
          <a:bodyPr vert="horz" lIns="91440" tIns="45720" rIns="91440" bIns="45720" rtlCol="0" anchor="ctr"/>
          <a:lstStyle>
            <a:lvl1pPr algn="l">
              <a:defRPr sz="1000" cap="all" spc="150" baseline="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3028952" y="11300181"/>
            <a:ext cx="3086100" cy="649111"/>
          </a:xfrm>
          <a:prstGeom prst="rect">
            <a:avLst/>
          </a:prstGeom>
        </p:spPr>
        <p:txBody>
          <a:bodyPr vert="horz" lIns="91440" tIns="45720" rIns="91440" bIns="45720" rtlCol="0" anchor="ctr"/>
          <a:lstStyle>
            <a:lvl1pPr algn="ctr">
              <a:defRPr sz="1000" cap="all" spc="15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6457951" y="11300181"/>
            <a:ext cx="2057400" cy="649111"/>
          </a:xfrm>
          <a:prstGeom prst="rect">
            <a:avLst/>
          </a:prstGeom>
        </p:spPr>
        <p:txBody>
          <a:bodyPr vert="horz" lIns="91440" tIns="45720" rIns="91440" bIns="45720" rtlCol="0" anchor="ctr"/>
          <a:lstStyle>
            <a:lvl1pPr algn="r">
              <a:defRPr sz="1000" cap="all" spc="150" baseline="0">
                <a:solidFill>
                  <a:schemeClr val="tx1">
                    <a:tint val="75000"/>
                  </a:schemeClr>
                </a:solidFill>
              </a:defRPr>
            </a:lvl1pPr>
          </a:lstStyle>
          <a:p>
            <a:fld id="{F91729D4-A164-47A3-830D-E792BCE699E4}" type="slidenum">
              <a:rPr lang="en-US" smtClean="0"/>
              <a:pPr/>
              <a:t>‹#›</a:t>
            </a:fld>
            <a:endParaRPr lang="en-US"/>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2" r:id="rId7"/>
    <p:sldLayoutId id="2147483663" r:id="rId8"/>
    <p:sldLayoutId id="2147483656" r:id="rId9"/>
    <p:sldLayoutId id="2147483657" r:id="rId10"/>
    <p:sldLayoutId id="2147483664" r:id="rId11"/>
    <p:sldLayoutId id="2147483658" r:id="rId12"/>
    <p:sldLayoutId id="2147483659" r:id="rId13"/>
    <p:sldLayoutId id="2147483660" r:id="rId14"/>
    <p:sldLayoutId id="2147483661" r:id="rId15"/>
  </p:sldLayoutIdLst>
  <p:hf hdr="0" ftr="0" dt="0"/>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http://www.standardandpoors.com/" TargetMode="External"/><Relationship Id="rId4" Type="http://schemas.openxmlformats.org/officeDocument/2006/relationships/hyperlink" Target="http://www.ambest.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D64C50-A740-468A-8AB6-F949358D80A6}"/>
              </a:ext>
            </a:extLst>
          </p:cNvPr>
          <p:cNvSpPr>
            <a:spLocks noGrp="1"/>
          </p:cNvSpPr>
          <p:nvPr>
            <p:ph type="title"/>
          </p:nvPr>
        </p:nvSpPr>
        <p:spPr>
          <a:xfrm>
            <a:off x="635726" y="7229475"/>
            <a:ext cx="8141007" cy="4037899"/>
          </a:xfrm>
        </p:spPr>
        <p:txBody>
          <a:bodyPr/>
          <a:lstStyle/>
          <a:p>
            <a:pPr marL="762000" marR="0">
              <a:spcBef>
                <a:spcPts val="0"/>
              </a:spcBef>
              <a:spcAft>
                <a:spcPts val="0"/>
              </a:spcAft>
            </a:pPr>
            <a:r>
              <a:rPr lang="en-US" sz="1600">
                <a:solidFill>
                  <a:srgbClr val="585858"/>
                </a:solidFill>
                <a:effectLst/>
                <a:latin typeface="Arial" panose="020B0604020202020204" pitchFamily="34" charset="0"/>
                <a:ea typeface="Arial" panose="020B0604020202020204" pitchFamily="34" charset="0"/>
              </a:rPr>
              <a:t>Insurance</a:t>
            </a:r>
            <a:r>
              <a:rPr lang="en-US" sz="1600" spc="-35">
                <a:solidFill>
                  <a:srgbClr val="585858"/>
                </a:solidFill>
                <a:effectLst/>
                <a:latin typeface="Arial" panose="020B0604020202020204" pitchFamily="34" charset="0"/>
                <a:ea typeface="Arial" panose="020B0604020202020204" pitchFamily="34" charset="0"/>
              </a:rPr>
              <a:t> </a:t>
            </a:r>
            <a:r>
              <a:rPr lang="en-US" sz="1600" spc="-10">
                <a:solidFill>
                  <a:srgbClr val="585858"/>
                </a:solidFill>
                <a:effectLst/>
                <a:latin typeface="Arial" panose="020B0604020202020204" pitchFamily="34" charset="0"/>
                <a:ea typeface="Arial" panose="020B0604020202020204" pitchFamily="34" charset="0"/>
              </a:rPr>
              <a:t>Proposal </a:t>
            </a:r>
            <a:br>
              <a:rPr lang="en-US" sz="1800" spc="-10">
                <a:solidFill>
                  <a:srgbClr val="585858"/>
                </a:solidFill>
                <a:effectLst/>
                <a:latin typeface="Arial" panose="020B0604020202020204" pitchFamily="34" charset="0"/>
                <a:ea typeface="Arial" panose="020B0604020202020204" pitchFamily="34" charset="0"/>
              </a:rPr>
            </a:br>
            <a:r>
              <a:rPr lang="en-US" sz="1800" b="1" spc="-10">
                <a:solidFill>
                  <a:srgbClr val="00B0F0"/>
                </a:solidFill>
                <a:effectLst/>
                <a:latin typeface="Arial" panose="020B0604020202020204" pitchFamily="34" charset="0"/>
                <a:ea typeface="Arial" panose="020B0604020202020204" pitchFamily="34" charset="0"/>
              </a:rPr>
              <a:t>Homeowners</a:t>
            </a:r>
            <a:br>
              <a:rPr lang="en-US" sz="1800">
                <a:effectLst/>
                <a:latin typeface="Arial" panose="020B0604020202020204" pitchFamily="34" charset="0"/>
                <a:ea typeface="Arial" panose="020B0604020202020204" pitchFamily="34" charset="0"/>
              </a:rPr>
            </a:br>
            <a:br>
              <a:rPr lang="en-US" sz="1800">
                <a:effectLst/>
                <a:latin typeface="Arial" panose="020B0604020202020204" pitchFamily="34" charset="0"/>
                <a:ea typeface="Arial" panose="020B0604020202020204" pitchFamily="34" charset="0"/>
              </a:rPr>
            </a:br>
            <a:r>
              <a:rPr lang="en-US" sz="1200">
                <a:solidFill>
                  <a:srgbClr val="585858"/>
                </a:solidFill>
                <a:latin typeface="Arial" panose="020B0604020202020204" pitchFamily="34" charset="0"/>
                <a:ea typeface="Arial" panose="020B0604020202020204" pitchFamily="34" charset="0"/>
              </a:rPr>
              <a:t>June 3</a:t>
            </a:r>
            <a:r>
              <a:rPr lang="en-US" sz="1200">
                <a:solidFill>
                  <a:srgbClr val="585858"/>
                </a:solidFill>
                <a:effectLst/>
                <a:latin typeface="Arial" panose="020B0604020202020204" pitchFamily="34" charset="0"/>
                <a:ea typeface="Arial" panose="020B0604020202020204" pitchFamily="34" charset="0"/>
              </a:rPr>
              <a:t>, 2026</a:t>
            </a:r>
            <a:br>
              <a:rPr lang="en-US" sz="1200">
                <a:effectLst/>
                <a:latin typeface="Arial" panose="020B0604020202020204" pitchFamily="34" charset="0"/>
                <a:ea typeface="Arial" panose="020B0604020202020204" pitchFamily="34" charset="0"/>
              </a:rPr>
            </a:br>
            <a:r>
              <a:rPr lang="en-US" sz="1200">
                <a:effectLst/>
                <a:latin typeface="Arial" panose="020B0604020202020204" pitchFamily="34" charset="0"/>
                <a:ea typeface="Arial" panose="020B0604020202020204" pitchFamily="34" charset="0"/>
              </a:rPr>
              <a:t> </a:t>
            </a:r>
            <a:br>
              <a:rPr lang="en-US" sz="1200">
                <a:effectLst/>
                <a:latin typeface="Arial" panose="020B0604020202020204" pitchFamily="34" charset="0"/>
                <a:ea typeface="Arial" panose="020B0604020202020204" pitchFamily="34" charset="0"/>
              </a:rPr>
            </a:br>
            <a:r>
              <a:rPr lang="en-US" sz="1200">
                <a:effectLst/>
                <a:latin typeface="Arial" panose="020B0604020202020204" pitchFamily="34" charset="0"/>
                <a:ea typeface="Arial" panose="020B0604020202020204" pitchFamily="34" charset="0"/>
              </a:rPr>
              <a:t> </a:t>
            </a:r>
            <a:br>
              <a:rPr lang="en-US" sz="1200">
                <a:effectLst/>
                <a:latin typeface="Arial" panose="020B0604020202020204" pitchFamily="34" charset="0"/>
                <a:ea typeface="Arial" panose="020B0604020202020204" pitchFamily="34" charset="0"/>
              </a:rPr>
            </a:br>
            <a:r>
              <a:rPr lang="en-US" sz="1200">
                <a:solidFill>
                  <a:srgbClr val="585858"/>
                </a:solidFill>
                <a:effectLst/>
                <a:latin typeface="Arial" panose="020B0604020202020204" pitchFamily="34" charset="0"/>
                <a:ea typeface="Arial" panose="020B0604020202020204" pitchFamily="34" charset="0"/>
              </a:rPr>
              <a:t>Presented</a:t>
            </a:r>
            <a:r>
              <a:rPr lang="en-US" sz="1200" spc="-70">
                <a:solidFill>
                  <a:srgbClr val="585858"/>
                </a:solidFill>
                <a:effectLst/>
                <a:latin typeface="Arial" panose="020B0604020202020204" pitchFamily="34" charset="0"/>
                <a:ea typeface="Arial" panose="020B0604020202020204" pitchFamily="34" charset="0"/>
              </a:rPr>
              <a:t> </a:t>
            </a:r>
            <a:r>
              <a:rPr lang="en-US" sz="1200">
                <a:solidFill>
                  <a:srgbClr val="585858"/>
                </a:solidFill>
                <a:effectLst/>
                <a:latin typeface="Arial" panose="020B0604020202020204" pitchFamily="34" charset="0"/>
                <a:ea typeface="Arial" panose="020B0604020202020204" pitchFamily="34" charset="0"/>
              </a:rPr>
              <a:t>by 			</a:t>
            </a:r>
            <a:r>
              <a:rPr lang="en-US" sz="1200" b="1">
                <a:solidFill>
                  <a:srgbClr val="0070C0"/>
                </a:solidFill>
                <a:effectLst/>
                <a:latin typeface="Arial" panose="020B0604020202020204" pitchFamily="34" charset="0"/>
                <a:ea typeface="Arial" panose="020B0604020202020204" pitchFamily="34" charset="0"/>
              </a:rPr>
              <a:t>John H. Vratsinas</a:t>
            </a:r>
            <a:br>
              <a:rPr lang="en-US" sz="1200" b="1">
                <a:solidFill>
                  <a:srgbClr val="0070C0"/>
                </a:solidFill>
                <a:effectLst/>
                <a:latin typeface="Arial" panose="020B0604020202020204" pitchFamily="34" charset="0"/>
                <a:ea typeface="Arial" panose="020B0604020202020204" pitchFamily="34" charset="0"/>
              </a:rPr>
            </a:br>
            <a:r>
              <a:rPr lang="en-US" sz="1200">
                <a:effectLst/>
                <a:latin typeface="Arial" panose="020B0604020202020204" pitchFamily="34" charset="0"/>
                <a:ea typeface="Arial" panose="020B0604020202020204" pitchFamily="34" charset="0"/>
              </a:rPr>
              <a:t>					</a:t>
            </a:r>
            <a:r>
              <a:rPr lang="en-US" sz="1200">
                <a:solidFill>
                  <a:srgbClr val="585858"/>
                </a:solidFill>
                <a:effectLst/>
                <a:latin typeface="Arial" panose="020B0604020202020204" pitchFamily="34" charset="0"/>
                <a:ea typeface="Arial" panose="020B0604020202020204" pitchFamily="34" charset="0"/>
              </a:rPr>
              <a:t>President</a:t>
            </a:r>
            <a:br>
              <a:rPr lang="en-US" sz="1200">
                <a:effectLst/>
                <a:latin typeface="Arial" panose="020B0604020202020204" pitchFamily="34" charset="0"/>
                <a:ea typeface="Arial" panose="020B0604020202020204" pitchFamily="34" charset="0"/>
              </a:rPr>
            </a:br>
            <a:r>
              <a:rPr lang="en-US" sz="1200">
                <a:effectLst/>
                <a:latin typeface="Arial" panose="020B0604020202020204" pitchFamily="34" charset="0"/>
                <a:ea typeface="Arial" panose="020B0604020202020204" pitchFamily="34" charset="0"/>
              </a:rPr>
              <a:t> </a:t>
            </a:r>
            <a:br>
              <a:rPr lang="en-US" sz="1200">
                <a:effectLst/>
                <a:latin typeface="Arial" panose="020B0604020202020204" pitchFamily="34" charset="0"/>
                <a:ea typeface="Arial" panose="020B0604020202020204" pitchFamily="34" charset="0"/>
              </a:rPr>
            </a:br>
            <a:r>
              <a:rPr lang="en-US" sz="1200">
                <a:effectLst/>
                <a:latin typeface="Arial" panose="020B0604020202020204" pitchFamily="34" charset="0"/>
                <a:ea typeface="Arial" panose="020B0604020202020204" pitchFamily="34" charset="0"/>
              </a:rPr>
              <a:t> </a:t>
            </a:r>
            <a:br>
              <a:rPr lang="en-US" sz="1200">
                <a:effectLst/>
                <a:latin typeface="Arial" panose="020B0604020202020204" pitchFamily="34" charset="0"/>
                <a:ea typeface="Arial" panose="020B0604020202020204" pitchFamily="34" charset="0"/>
              </a:rPr>
            </a:br>
            <a:r>
              <a:rPr lang="en-US" sz="1200">
                <a:effectLst/>
                <a:latin typeface="Arial" panose="020B0604020202020204" pitchFamily="34" charset="0"/>
                <a:ea typeface="Arial" panose="020B0604020202020204" pitchFamily="34" charset="0"/>
              </a:rPr>
              <a:t> </a:t>
            </a:r>
            <a:br>
              <a:rPr lang="en-US" sz="1200">
                <a:effectLst/>
                <a:latin typeface="Arial" panose="020B0604020202020204" pitchFamily="34" charset="0"/>
                <a:ea typeface="Arial" panose="020B0604020202020204" pitchFamily="34" charset="0"/>
              </a:rPr>
            </a:br>
            <a:r>
              <a:rPr lang="en-US" sz="1200">
                <a:effectLst/>
                <a:latin typeface="Arial" panose="020B0604020202020204" pitchFamily="34" charset="0"/>
                <a:ea typeface="Arial" panose="020B0604020202020204" pitchFamily="34" charset="0"/>
              </a:rPr>
              <a:t> </a:t>
            </a:r>
            <a:br>
              <a:rPr lang="en-US" sz="1200">
                <a:effectLst/>
                <a:latin typeface="Arial" panose="020B0604020202020204" pitchFamily="34" charset="0"/>
                <a:ea typeface="Arial" panose="020B0604020202020204" pitchFamily="34" charset="0"/>
              </a:rPr>
            </a:br>
            <a:r>
              <a:rPr lang="en-US" sz="1200">
                <a:solidFill>
                  <a:srgbClr val="585858"/>
                </a:solidFill>
                <a:effectLst/>
                <a:latin typeface="Arial" panose="020B0604020202020204" pitchFamily="34" charset="0"/>
                <a:ea typeface="Arial" panose="020B0604020202020204" pitchFamily="34" charset="0"/>
              </a:rPr>
              <a:t> </a:t>
            </a:r>
            <a:br>
              <a:rPr lang="en-US" sz="1200">
                <a:effectLst/>
                <a:latin typeface="Arial" panose="020B0604020202020204" pitchFamily="34" charset="0"/>
                <a:ea typeface="Arial" panose="020B0604020202020204" pitchFamily="34" charset="0"/>
              </a:rPr>
            </a:br>
            <a:r>
              <a:rPr lang="en-US" sz="1200">
                <a:solidFill>
                  <a:srgbClr val="585858"/>
                </a:solidFill>
                <a:effectLst/>
                <a:latin typeface="Arial" panose="020B0604020202020204" pitchFamily="34" charset="0"/>
                <a:ea typeface="Arial" panose="020B0604020202020204" pitchFamily="34" charset="0"/>
              </a:rPr>
              <a:t> </a:t>
            </a:r>
            <a:br>
              <a:rPr lang="en-US" sz="1200">
                <a:effectLst/>
                <a:latin typeface="Arial" panose="020B0604020202020204" pitchFamily="34" charset="0"/>
                <a:ea typeface="Arial" panose="020B0604020202020204" pitchFamily="34" charset="0"/>
              </a:rPr>
            </a:br>
            <a:r>
              <a:rPr lang="en-US" sz="1200">
                <a:solidFill>
                  <a:srgbClr val="585858"/>
                </a:solidFill>
                <a:effectLst/>
                <a:latin typeface="Arial" panose="020B0604020202020204" pitchFamily="34" charset="0"/>
                <a:ea typeface="Arial" panose="020B0604020202020204" pitchFamily="34" charset="0"/>
              </a:rPr>
              <a:t> </a:t>
            </a:r>
            <a:br>
              <a:rPr lang="en-US" sz="1200">
                <a:effectLst/>
                <a:latin typeface="Arial" panose="020B0604020202020204" pitchFamily="34" charset="0"/>
                <a:ea typeface="Arial" panose="020B0604020202020204" pitchFamily="34" charset="0"/>
              </a:rPr>
            </a:br>
            <a:r>
              <a:rPr lang="en-US" sz="800">
                <a:solidFill>
                  <a:srgbClr val="585858"/>
                </a:solidFill>
                <a:effectLst/>
                <a:latin typeface="Arial" panose="020B0604020202020204" pitchFamily="34" charset="0"/>
                <a:ea typeface="Arial" panose="020B0604020202020204" pitchFamily="34" charset="0"/>
              </a:rPr>
              <a:t>ATLANTIC SPECIALTY RISK</a:t>
            </a:r>
            <a:br>
              <a:rPr lang="en-US" sz="800">
                <a:effectLst/>
                <a:latin typeface="Arial" panose="020B0604020202020204" pitchFamily="34" charset="0"/>
                <a:ea typeface="Arial" panose="020B0604020202020204" pitchFamily="34" charset="0"/>
              </a:rPr>
            </a:br>
            <a:r>
              <a:rPr lang="en-US" sz="800">
                <a:solidFill>
                  <a:srgbClr val="585858"/>
                </a:solidFill>
                <a:effectLst/>
                <a:latin typeface="Arial" panose="020B0604020202020204" pitchFamily="34" charset="0"/>
                <a:ea typeface="Arial" panose="020B0604020202020204" pitchFamily="34" charset="0"/>
              </a:rPr>
              <a:t>3400 NE 34</a:t>
            </a:r>
            <a:r>
              <a:rPr lang="en-US" sz="800" baseline="30000">
                <a:solidFill>
                  <a:srgbClr val="585858"/>
                </a:solidFill>
                <a:effectLst/>
                <a:latin typeface="Arial" panose="020B0604020202020204" pitchFamily="34" charset="0"/>
                <a:ea typeface="Arial" panose="020B0604020202020204" pitchFamily="34" charset="0"/>
              </a:rPr>
              <a:t>th</a:t>
            </a:r>
            <a:r>
              <a:rPr lang="en-US" sz="800">
                <a:solidFill>
                  <a:srgbClr val="585858"/>
                </a:solidFill>
                <a:effectLst/>
                <a:latin typeface="Arial" panose="020B0604020202020204" pitchFamily="34" charset="0"/>
                <a:ea typeface="Arial" panose="020B0604020202020204" pitchFamily="34" charset="0"/>
              </a:rPr>
              <a:t> Street Suite 200                </a:t>
            </a:r>
            <a:br>
              <a:rPr lang="en-US" sz="800">
                <a:solidFill>
                  <a:srgbClr val="585858"/>
                </a:solidFill>
                <a:effectLst/>
                <a:latin typeface="Arial" panose="020B0604020202020204" pitchFamily="34" charset="0"/>
                <a:ea typeface="Arial" panose="020B0604020202020204" pitchFamily="34" charset="0"/>
              </a:rPr>
            </a:br>
            <a:r>
              <a:rPr lang="en-US" sz="800">
                <a:solidFill>
                  <a:srgbClr val="585858"/>
                </a:solidFill>
                <a:effectLst/>
                <a:latin typeface="Arial" panose="020B0604020202020204" pitchFamily="34" charset="0"/>
                <a:ea typeface="Arial" panose="020B0604020202020204" pitchFamily="34" charset="0"/>
              </a:rPr>
              <a:t>Fort Lauderdale, Florida 33308</a:t>
            </a:r>
            <a:br>
              <a:rPr lang="en-US" sz="800">
                <a:effectLst/>
                <a:latin typeface="Arial" panose="020B0604020202020204" pitchFamily="34" charset="0"/>
                <a:ea typeface="Arial" panose="020B0604020202020204" pitchFamily="34" charset="0"/>
              </a:rPr>
            </a:br>
            <a:r>
              <a:rPr lang="en-US" sz="800">
                <a:solidFill>
                  <a:srgbClr val="585858"/>
                </a:solidFill>
                <a:effectLst/>
                <a:latin typeface="Arial" panose="020B0604020202020204" pitchFamily="34" charset="0"/>
                <a:ea typeface="Arial" panose="020B0604020202020204" pitchFamily="34" charset="0"/>
              </a:rPr>
              <a:t>O:</a:t>
            </a:r>
            <a:r>
              <a:rPr lang="en-US" sz="800" spc="-35">
                <a:solidFill>
                  <a:srgbClr val="585858"/>
                </a:solidFill>
                <a:effectLst/>
                <a:latin typeface="Arial" panose="020B0604020202020204" pitchFamily="34" charset="0"/>
                <a:ea typeface="Arial" panose="020B0604020202020204" pitchFamily="34" charset="0"/>
              </a:rPr>
              <a:t> </a:t>
            </a:r>
            <a:r>
              <a:rPr lang="en-US" sz="800">
                <a:solidFill>
                  <a:srgbClr val="585858"/>
                </a:solidFill>
                <a:effectLst/>
                <a:latin typeface="Arial" panose="020B0604020202020204" pitchFamily="34" charset="0"/>
                <a:ea typeface="Arial" panose="020B0604020202020204" pitchFamily="34" charset="0"/>
              </a:rPr>
              <a:t>954-904-3190</a:t>
            </a:r>
            <a:endParaRPr lang="en-US" sz="800">
              <a:effectLst/>
              <a:latin typeface="Arial" panose="020B0604020202020204" pitchFamily="34" charset="0"/>
              <a:ea typeface="Arial" panose="020B0604020202020204" pitchFamily="34" charset="0"/>
            </a:endParaRPr>
          </a:p>
        </p:txBody>
      </p:sp>
      <p:pic>
        <p:nvPicPr>
          <p:cNvPr id="7" name="Picture Placeholder 6">
            <a:extLst>
              <a:ext uri="{FF2B5EF4-FFF2-40B4-BE49-F238E27FC236}">
                <a16:creationId xmlns:a16="http://schemas.microsoft.com/office/drawing/2014/main" id="{5A492D51-4DBA-40BC-82AA-A33BD0D3F740}"/>
              </a:ext>
            </a:extLst>
          </p:cNvPr>
          <p:cNvPicPr>
            <a:picLocks noGrp="1" noChangeAspect="1"/>
          </p:cNvPicPr>
          <p:nvPr>
            <p:ph type="pic" sz="quarter" idx="11"/>
          </p:nvPr>
        </p:nvPicPr>
        <p:blipFill rotWithShape="1">
          <a:blip>
            <a:extLst>
              <a:ext uri="{96DAC541-7B7A-43D3-8B79-37D633B846F1}">
                <asvg:svgBlip xmlns:asvg="http://schemas.microsoft.com/office/drawing/2016/SVG/main" r:embed="rId2"/>
              </a:ext>
            </a:extLst>
          </a:blip>
          <a:srcRect/>
          <a:stretch/>
        </p:blipFill>
        <p:spPr>
          <a:xfrm>
            <a:off x="367266" y="924626"/>
            <a:ext cx="8409468" cy="6209368"/>
          </a:xfrm>
        </p:spPr>
      </p:pic>
      <p:sp>
        <p:nvSpPr>
          <p:cNvPr id="34" name="Rectangle 33">
            <a:extLst>
              <a:ext uri="{FF2B5EF4-FFF2-40B4-BE49-F238E27FC236}">
                <a16:creationId xmlns:a16="http://schemas.microsoft.com/office/drawing/2014/main" id="{106CDEB7-77E8-4351-9B76-07896E7317C0}"/>
              </a:ext>
              <a:ext uri="{C183D7F6-B498-43B3-948B-1728B52AA6E4}">
                <adec:decorative xmlns:adec="http://schemas.microsoft.com/office/drawing/2017/decorative" val="1"/>
              </a:ext>
            </a:extLst>
          </p:cNvPr>
          <p:cNvSpPr/>
          <p:nvPr/>
        </p:nvSpPr>
        <p:spPr>
          <a:xfrm>
            <a:off x="233916" y="4272159"/>
            <a:ext cx="4338084" cy="1701361"/>
          </a:xfrm>
          <a:prstGeom prst="rect">
            <a:avLst/>
          </a:prstGeom>
          <a:solidFill>
            <a:schemeClr val="bg1">
              <a:lumMod val="50000"/>
              <a:alpha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28F94A06-38B8-4C8F-ABF0-FB763704D01F}"/>
              </a:ext>
            </a:extLst>
          </p:cNvPr>
          <p:cNvSpPr>
            <a:spLocks noGrp="1"/>
          </p:cNvSpPr>
          <p:nvPr>
            <p:ph type="body" sz="quarter" idx="10"/>
          </p:nvPr>
        </p:nvSpPr>
        <p:spPr>
          <a:xfrm>
            <a:off x="233916" y="4714154"/>
            <a:ext cx="4338084" cy="817370"/>
          </a:xfrm>
        </p:spPr>
        <p:txBody>
          <a:bodyPr anchor="ctr"/>
          <a:lstStyle/>
          <a:p>
            <a:pPr algn="ctr">
              <a:spcBef>
                <a:spcPts val="0"/>
              </a:spcBef>
            </a:pPr>
            <a:r>
              <a:rPr lang="en-US" sz="2400" b="1">
                <a:solidFill>
                  <a:srgbClr val="F5F9F9"/>
                </a:solidFill>
                <a:latin typeface="Arial" panose="020B0604020202020204" pitchFamily="34" charset="0"/>
                <a:cs typeface="Arial" panose="020B0604020202020204" pitchFamily="34" charset="0"/>
              </a:rPr>
              <a:t>Holly White</a:t>
            </a:r>
          </a:p>
        </p:txBody>
      </p:sp>
      <p:sp>
        <p:nvSpPr>
          <p:cNvPr id="2" name="TextBox 1">
            <a:extLst>
              <a:ext uri="{FF2B5EF4-FFF2-40B4-BE49-F238E27FC236}">
                <a16:creationId xmlns:a16="http://schemas.microsoft.com/office/drawing/2014/main" id="{7C980803-A742-D249-0DB6-C79104F26026}"/>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a:solidFill>
                  <a:srgbClr val="0000FF"/>
                </a:solidFill>
                <a:effectLst/>
                <a:latin typeface="Arial" panose="020B0604020202020204" pitchFamily="34" charset="0"/>
                <a:ea typeface="Arial" panose="020B0604020202020204" pitchFamily="34" charset="0"/>
                <a:hlinkClick r:id="rId3"/>
              </a:rPr>
              <a:t>www.atlanticsr.com</a:t>
            </a:r>
            <a:r>
              <a:rPr lang="en-US" sz="800" spc="200">
                <a:solidFill>
                  <a:srgbClr val="0462C1"/>
                </a:solidFill>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a:t>
            </a:r>
            <a:r>
              <a:rPr lang="en-US" sz="800" spc="-15">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FL</a:t>
            </a:r>
            <a:r>
              <a:rPr lang="en-US" sz="800" spc="-2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License</a:t>
            </a:r>
            <a:r>
              <a:rPr lang="en-US" sz="800" spc="-3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#L106686</a:t>
            </a:r>
          </a:p>
        </p:txBody>
      </p:sp>
    </p:spTree>
    <p:extLst>
      <p:ext uri="{BB962C8B-B14F-4D97-AF65-F5344CB8AC3E}">
        <p14:creationId xmlns:p14="http://schemas.microsoft.com/office/powerpoint/2010/main" val="972569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2</a:t>
            </a:fld>
            <a:endParaRPr lang="en-US"/>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3790C9C1-8B8B-FFFD-8C46-12798D4F76B2}"/>
              </a:ext>
            </a:extLst>
          </p:cNvPr>
          <p:cNvSpPr txBox="1"/>
          <p:nvPr/>
        </p:nvSpPr>
        <p:spPr>
          <a:xfrm>
            <a:off x="1005840" y="2173440"/>
            <a:ext cx="1813317" cy="369332"/>
          </a:xfrm>
          <a:prstGeom prst="rect">
            <a:avLst/>
          </a:prstGeom>
          <a:noFill/>
        </p:spPr>
        <p:txBody>
          <a:bodyPr wrap="none" rtlCol="0">
            <a:spAutoFit/>
          </a:bodyPr>
          <a:lstStyle/>
          <a:p>
            <a:r>
              <a:rPr lang="en-US" b="1" cap="small">
                <a:solidFill>
                  <a:srgbClr val="002060"/>
                </a:solidFill>
                <a:latin typeface="Quire Sans" panose="020B0502040400020003" pitchFamily="34" charset="0"/>
                <a:ea typeface="Cambria" panose="02040503050406030204" pitchFamily="18" charset="0"/>
                <a:cs typeface="Quire Sans" panose="020B0502040400020003" pitchFamily="34" charset="0"/>
              </a:rPr>
              <a:t>Named </a:t>
            </a:r>
            <a:r>
              <a:rPr lang="en-US" cap="small">
                <a:solidFill>
                  <a:srgbClr val="002060"/>
                </a:solidFill>
                <a:latin typeface="Quire Sans Bold" panose="020B0802040400020003" pitchFamily="34" charset="0"/>
                <a:ea typeface="Cambria" panose="02040503050406030204" pitchFamily="18" charset="0"/>
                <a:cs typeface="Quire Sans Bold" panose="020B0802040400020003" pitchFamily="34" charset="0"/>
              </a:rPr>
              <a:t>Insureds</a:t>
            </a:r>
          </a:p>
        </p:txBody>
      </p:sp>
      <p:sp>
        <p:nvSpPr>
          <p:cNvPr id="13" name="TextBox 12">
            <a:extLst>
              <a:ext uri="{FF2B5EF4-FFF2-40B4-BE49-F238E27FC236}">
                <a16:creationId xmlns:a16="http://schemas.microsoft.com/office/drawing/2014/main" id="{EB6A97D4-84C8-D68E-E9AE-559763CB1AC3}"/>
              </a:ext>
            </a:extLst>
          </p:cNvPr>
          <p:cNvSpPr txBox="1"/>
          <p:nvPr/>
        </p:nvSpPr>
        <p:spPr>
          <a:xfrm>
            <a:off x="1383031" y="1188532"/>
            <a:ext cx="7132320" cy="338554"/>
          </a:xfrm>
          <a:prstGeom prst="rect">
            <a:avLst/>
          </a:prstGeom>
          <a:noFill/>
          <a:ln w="25400">
            <a:solidFill>
              <a:srgbClr val="002060"/>
            </a:solidFill>
          </a:ln>
        </p:spPr>
        <p:txBody>
          <a:bodyPr wrap="square" rtlCol="0" anchor="ctr" anchorCtr="0">
            <a:spAutoFit/>
          </a:bodyPr>
          <a:lstStyle/>
          <a:p>
            <a:pPr>
              <a:spcBef>
                <a:spcPts val="0"/>
              </a:spcBef>
            </a:pPr>
            <a:r>
              <a:rPr lang="en-US" sz="1600" b="1">
                <a:latin typeface="Arial" panose="020B0604020202020204" pitchFamily="34" charset="0"/>
                <a:cs typeface="Arial" panose="020B0604020202020204" pitchFamily="34" charset="0"/>
              </a:rPr>
              <a:t>Holly White</a:t>
            </a:r>
          </a:p>
        </p:txBody>
      </p:sp>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a:solidFill>
                  <a:srgbClr val="0000FF"/>
                </a:solidFill>
                <a:effectLst/>
                <a:latin typeface="Arial" panose="020B0604020202020204" pitchFamily="34" charset="0"/>
                <a:ea typeface="Arial" panose="020B0604020202020204" pitchFamily="34" charset="0"/>
                <a:hlinkClick r:id="rId3"/>
              </a:rPr>
              <a:t>www.atlanticsr.com</a:t>
            </a:r>
            <a:r>
              <a:rPr lang="en-US" sz="800" spc="200">
                <a:solidFill>
                  <a:srgbClr val="0462C1"/>
                </a:solidFill>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a:t>
            </a:r>
            <a:r>
              <a:rPr lang="en-US" sz="800" spc="-15">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FL</a:t>
            </a:r>
            <a:r>
              <a:rPr lang="en-US" sz="800" spc="-2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License</a:t>
            </a:r>
            <a:r>
              <a:rPr lang="en-US" sz="800" spc="-3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#L106686</a:t>
            </a:r>
          </a:p>
        </p:txBody>
      </p:sp>
      <p:sp>
        <p:nvSpPr>
          <p:cNvPr id="2" name="TextBox 1">
            <a:extLst>
              <a:ext uri="{FF2B5EF4-FFF2-40B4-BE49-F238E27FC236}">
                <a16:creationId xmlns:a16="http://schemas.microsoft.com/office/drawing/2014/main" id="{57465F89-BD77-87F1-A2C9-142D5527FACF}"/>
              </a:ext>
            </a:extLst>
          </p:cNvPr>
          <p:cNvSpPr txBox="1"/>
          <p:nvPr/>
        </p:nvSpPr>
        <p:spPr>
          <a:xfrm>
            <a:off x="1022684" y="2996386"/>
            <a:ext cx="6378241" cy="276999"/>
          </a:xfrm>
          <a:prstGeom prst="rect">
            <a:avLst/>
          </a:prstGeom>
          <a:noFill/>
          <a:ln w="25400">
            <a:solidFill>
              <a:srgbClr val="002060"/>
            </a:solidFill>
          </a:ln>
        </p:spPr>
        <p:txBody>
          <a:bodyPr wrap="square" rtlCol="0" anchor="ctr" anchorCtr="0">
            <a:spAutoFit/>
          </a:bodyPr>
          <a:lstStyle/>
          <a:p>
            <a:pPr marL="285750" indent="-285750" algn="l">
              <a:spcBef>
                <a:spcPts val="600"/>
              </a:spcBef>
              <a:spcAft>
                <a:spcPts val="600"/>
              </a:spcAft>
              <a:buFont typeface="Arial" panose="020B0604020202020204" pitchFamily="34" charset="0"/>
              <a:buChar char="•"/>
            </a:pPr>
            <a:r>
              <a:rPr lang="en-US" sz="1200" b="1">
                <a:solidFill>
                  <a:srgbClr val="3E7090"/>
                </a:solidFill>
                <a:latin typeface="Arial" panose="020B0604020202020204" pitchFamily="34" charset="0"/>
                <a:ea typeface="Cambria" panose="02040503050406030204" pitchFamily="18" charset="0"/>
                <a:cs typeface="Arial" panose="020B0604020202020204" pitchFamily="34" charset="0"/>
              </a:rPr>
              <a:t>Holly White</a:t>
            </a:r>
          </a:p>
        </p:txBody>
      </p:sp>
      <p:sp>
        <p:nvSpPr>
          <p:cNvPr id="3" name="TextBox 2">
            <a:extLst>
              <a:ext uri="{FF2B5EF4-FFF2-40B4-BE49-F238E27FC236}">
                <a16:creationId xmlns:a16="http://schemas.microsoft.com/office/drawing/2014/main" id="{1B002839-7100-B691-B82C-C17E0DDA55F0}"/>
              </a:ext>
            </a:extLst>
          </p:cNvPr>
          <p:cNvSpPr txBox="1"/>
          <p:nvPr/>
        </p:nvSpPr>
        <p:spPr>
          <a:xfrm>
            <a:off x="1022684" y="4179333"/>
            <a:ext cx="7132319" cy="4714111"/>
          </a:xfrm>
          <a:prstGeom prst="rect">
            <a:avLst/>
          </a:prstGeom>
          <a:noFill/>
        </p:spPr>
        <p:txBody>
          <a:bodyPr wrap="square" rtlCol="0">
            <a:spAutoFit/>
          </a:bodyPr>
          <a:lstStyle/>
          <a:p>
            <a:pPr>
              <a:spcBef>
                <a:spcPts val="450"/>
              </a:spcBef>
            </a:pPr>
            <a:endParaRPr lang="en-US" sz="1000" b="1">
              <a:effectLst/>
              <a:latin typeface="Arial" panose="020B0604020202020204" pitchFamily="34" charset="0"/>
              <a:ea typeface="Arial" panose="020B0604020202020204" pitchFamily="34" charset="0"/>
            </a:endParaRPr>
          </a:p>
          <a:p>
            <a:pPr>
              <a:spcBef>
                <a:spcPts val="450"/>
              </a:spcBef>
            </a:pPr>
            <a:r>
              <a:rPr lang="en-US" sz="1200" b="1">
                <a:effectLst/>
                <a:latin typeface="Arial" panose="020B0604020202020204" pitchFamily="34" charset="0"/>
                <a:ea typeface="Arial" panose="020B0604020202020204" pitchFamily="34" charset="0"/>
              </a:rPr>
              <a:t>NAMED</a:t>
            </a:r>
            <a:r>
              <a:rPr lang="en-US" sz="1200" b="1" spc="-50">
                <a:effectLst/>
                <a:latin typeface="Arial" panose="020B0604020202020204" pitchFamily="34" charset="0"/>
                <a:ea typeface="Arial" panose="020B0604020202020204" pitchFamily="34" charset="0"/>
              </a:rPr>
              <a:t> </a:t>
            </a:r>
            <a:r>
              <a:rPr lang="en-US" sz="1200" b="1">
                <a:effectLst/>
                <a:latin typeface="Arial" panose="020B0604020202020204" pitchFamily="34" charset="0"/>
                <a:ea typeface="Arial" panose="020B0604020202020204" pitchFamily="34" charset="0"/>
              </a:rPr>
              <a:t>INSURED</a:t>
            </a:r>
            <a:r>
              <a:rPr lang="en-US" sz="1200" b="1" spc="-45">
                <a:effectLst/>
                <a:latin typeface="Arial" panose="020B0604020202020204" pitchFamily="34" charset="0"/>
                <a:ea typeface="Arial" panose="020B0604020202020204" pitchFamily="34" charset="0"/>
              </a:rPr>
              <a:t> </a:t>
            </a:r>
            <a:r>
              <a:rPr lang="en-US" sz="1200" b="1" spc="-10">
                <a:effectLst/>
                <a:latin typeface="Arial" panose="020B0604020202020204" pitchFamily="34" charset="0"/>
                <a:ea typeface="Arial" panose="020B0604020202020204" pitchFamily="34" charset="0"/>
              </a:rPr>
              <a:t>DISCLOSURE</a:t>
            </a:r>
            <a:endParaRPr lang="en-US" sz="1200">
              <a:effectLst/>
              <a:latin typeface="Arial" panose="020B0604020202020204" pitchFamily="34" charset="0"/>
              <a:ea typeface="Arial" panose="020B0604020202020204" pitchFamily="34" charset="0"/>
            </a:endParaRPr>
          </a:p>
          <a:p>
            <a:pPr marR="0">
              <a:spcBef>
                <a:spcPts val="450"/>
              </a:spcBef>
              <a:spcAft>
                <a:spcPts val="0"/>
              </a:spcAft>
            </a:pPr>
            <a:r>
              <a:rPr lang="en-US" sz="1200" b="1">
                <a:effectLst/>
                <a:latin typeface="Arial" panose="020B0604020202020204" pitchFamily="34" charset="0"/>
                <a:ea typeface="Arial" panose="020B0604020202020204" pitchFamily="34" charset="0"/>
              </a:rPr>
              <a:t> </a:t>
            </a:r>
            <a:endParaRPr lang="en-US" sz="1000">
              <a:effectLst/>
              <a:latin typeface="Arial" panose="020B0604020202020204" pitchFamily="34" charset="0"/>
              <a:ea typeface="Arial" panose="020B0604020202020204" pitchFamily="34" charset="0"/>
            </a:endParaRPr>
          </a:p>
          <a:p>
            <a:pPr marL="171450" marR="0" lvl="0" indent="-171450">
              <a:spcBef>
                <a:spcPts val="0"/>
              </a:spcBef>
              <a:spcAft>
                <a:spcPts val="0"/>
              </a:spcAft>
              <a:buSzPts val="800"/>
              <a:buFont typeface="Arial" panose="020B0604020202020204" pitchFamily="34" charset="0"/>
              <a:buChar char="•"/>
              <a:tabLst>
                <a:tab pos="989965" algn="l"/>
              </a:tabLst>
            </a:pPr>
            <a:r>
              <a:rPr lang="en-US" sz="1000" spc="0">
                <a:effectLst/>
                <a:latin typeface="Arial" panose="020B0604020202020204" pitchFamily="34" charset="0"/>
                <a:ea typeface="Wingdings" panose="05000000000000000000" pitchFamily="2" charset="2"/>
                <a:cs typeface="Wingdings" panose="05000000000000000000" pitchFamily="2" charset="2"/>
              </a:rPr>
              <a:t>Named</a:t>
            </a:r>
            <a:r>
              <a:rPr lang="en-US" sz="1000" spc="-3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Insured(s)</a:t>
            </a:r>
            <a:r>
              <a:rPr lang="en-US" sz="1000" spc="-3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should</a:t>
            </a:r>
            <a:r>
              <a:rPr lang="en-US" sz="1000" spc="-3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match</a:t>
            </a:r>
            <a:r>
              <a:rPr lang="en-US" sz="1000" spc="-3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State</a:t>
            </a:r>
            <a:r>
              <a:rPr lang="en-US" sz="1000" spc="-2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of</a:t>
            </a:r>
            <a:r>
              <a:rPr lang="en-US" sz="1000" spc="-2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Incorporation</a:t>
            </a:r>
            <a:r>
              <a:rPr lang="en-US" sz="1000" spc="-3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filing.</a:t>
            </a:r>
            <a:r>
              <a:rPr lang="en-US" sz="1000" spc="18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Inform</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Atlantic Specialty Risk</a:t>
            </a:r>
            <a:r>
              <a:rPr lang="en-US" sz="1000" spc="-2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if</a:t>
            </a:r>
            <a:r>
              <a:rPr lang="en-US" sz="1000" spc="-2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there</a:t>
            </a:r>
            <a:r>
              <a:rPr lang="en-US" sz="1000" spc="-2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is</a:t>
            </a:r>
            <a:r>
              <a:rPr lang="en-US" sz="1000" spc="-2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 difference</a:t>
            </a:r>
            <a:r>
              <a:rPr lang="en-US" sz="1000" spc="-2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or</a:t>
            </a:r>
            <a:r>
              <a:rPr lang="en-US" sz="1000" spc="-30">
                <a:effectLst/>
                <a:latin typeface="Arial" panose="020B0604020202020204" pitchFamily="34" charset="0"/>
                <a:ea typeface="Wingdings" panose="05000000000000000000" pitchFamily="2" charset="2"/>
                <a:cs typeface="Wingdings" panose="05000000000000000000" pitchFamily="2" charset="2"/>
              </a:rPr>
              <a:t> </a:t>
            </a:r>
            <a:r>
              <a:rPr lang="en-US" sz="1000" spc="-10">
                <a:effectLst/>
                <a:latin typeface="Arial" panose="020B0604020202020204" pitchFamily="34" charset="0"/>
                <a:ea typeface="Wingdings" panose="05000000000000000000" pitchFamily="2" charset="2"/>
                <a:cs typeface="Wingdings" panose="05000000000000000000" pitchFamily="2" charset="2"/>
              </a:rPr>
              <a:t>change.</a:t>
            </a:r>
            <a:endParaRPr lang="en-US" sz="1000" spc="0">
              <a:effectLst/>
              <a:latin typeface="Arial" panose="020B0604020202020204" pitchFamily="34" charset="0"/>
              <a:ea typeface="Wingdings" panose="05000000000000000000" pitchFamily="2" charset="2"/>
              <a:cs typeface="Wingdings" panose="05000000000000000000" pitchFamily="2" charset="2"/>
            </a:endParaRPr>
          </a:p>
          <a:p>
            <a:pPr marL="171450" marR="662940" lvl="0" indent="-171450" algn="just">
              <a:spcBef>
                <a:spcPts val="590"/>
              </a:spcBef>
              <a:spcAft>
                <a:spcPts val="0"/>
              </a:spcAft>
              <a:buSzPts val="800"/>
              <a:buFont typeface="Arial" panose="020B0604020202020204" pitchFamily="34" charset="0"/>
              <a:buChar char="•"/>
              <a:tabLst>
                <a:tab pos="990600" algn="l"/>
              </a:tabLst>
            </a:pPr>
            <a:r>
              <a:rPr lang="en-US" sz="1000" spc="0">
                <a:effectLst/>
                <a:latin typeface="Arial" panose="020B0604020202020204" pitchFamily="34" charset="0"/>
                <a:ea typeface="Wingdings" panose="05000000000000000000" pitchFamily="2" charset="2"/>
                <a:cs typeface="Wingdings" panose="05000000000000000000" pitchFamily="2" charset="2"/>
              </a:rPr>
              <a:t>The First Named Insured policy</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status granted</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includes certain rights and responsibilities.</a:t>
            </a:r>
            <a:r>
              <a:rPr lang="en-US" sz="1000" spc="20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These</a:t>
            </a:r>
            <a:r>
              <a:rPr lang="en-US" sz="1000" spc="-10">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responsibilities do not apply to</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other</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Named</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Insureds</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on</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the</a:t>
            </a:r>
            <a:r>
              <a:rPr lang="en-US" sz="1000" spc="-2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policy.</a:t>
            </a:r>
            <a:r>
              <a:rPr lang="en-US" sz="1000" spc="19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Some</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examples</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for</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First</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Named</a:t>
            </a:r>
            <a:r>
              <a:rPr lang="en-US" sz="1000" spc="-2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Insured</a:t>
            </a:r>
            <a:r>
              <a:rPr lang="en-US" sz="1000" spc="-2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status</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include;</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(1)</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being</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designated</a:t>
            </a:r>
            <a:r>
              <a:rPr lang="en-US" sz="1000" spc="-2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to</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act</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on behalf of all insureds for making policy changes, (2) receiving of correspondence, (3) distributing claim proceeds, and (4) making premium payments.</a:t>
            </a:r>
          </a:p>
          <a:p>
            <a:pPr marL="171450" marR="671830" lvl="0" indent="-171450" algn="just">
              <a:spcBef>
                <a:spcPts val="595"/>
              </a:spcBef>
              <a:spcAft>
                <a:spcPts val="0"/>
              </a:spcAft>
              <a:buSzPts val="800"/>
              <a:buFont typeface="Arial" panose="020B0604020202020204" pitchFamily="34" charset="0"/>
              <a:buChar char="•"/>
              <a:tabLst>
                <a:tab pos="990600" algn="l"/>
              </a:tabLst>
            </a:pPr>
            <a:r>
              <a:rPr lang="en-US" sz="1000" b="1" spc="0">
                <a:effectLst/>
                <a:latin typeface="Arial" panose="020B0604020202020204" pitchFamily="34" charset="0"/>
                <a:ea typeface="Wingdings" panose="05000000000000000000" pitchFamily="2" charset="2"/>
                <a:cs typeface="Wingdings" panose="05000000000000000000" pitchFamily="2" charset="2"/>
              </a:rPr>
              <a:t>Are ALL</a:t>
            </a:r>
            <a:r>
              <a:rPr lang="en-US" sz="1000" b="1" spc="-5">
                <a:effectLst/>
                <a:latin typeface="Arial" panose="020B0604020202020204" pitchFamily="34" charset="0"/>
                <a:ea typeface="Wingdings" panose="05000000000000000000" pitchFamily="2" charset="2"/>
                <a:cs typeface="Wingdings" panose="05000000000000000000" pitchFamily="2" charset="2"/>
              </a:rPr>
              <a:t> </a:t>
            </a:r>
            <a:r>
              <a:rPr lang="en-US" sz="1000" b="1" spc="0">
                <a:effectLst/>
                <a:latin typeface="Arial" panose="020B0604020202020204" pitchFamily="34" charset="0"/>
                <a:ea typeface="Wingdings" panose="05000000000000000000" pitchFamily="2" charset="2"/>
                <a:cs typeface="Wingdings" panose="05000000000000000000" pitchFamily="2" charset="2"/>
              </a:rPr>
              <a:t>entities</a:t>
            </a:r>
            <a:r>
              <a:rPr lang="en-US" sz="1000" b="1" spc="-20">
                <a:effectLst/>
                <a:latin typeface="Arial" panose="020B0604020202020204" pitchFamily="34" charset="0"/>
                <a:ea typeface="Wingdings" panose="05000000000000000000" pitchFamily="2" charset="2"/>
                <a:cs typeface="Wingdings" panose="05000000000000000000" pitchFamily="2" charset="2"/>
              </a:rPr>
              <a:t> </a:t>
            </a:r>
            <a:r>
              <a:rPr lang="en-US" sz="1000" b="1" spc="0">
                <a:effectLst/>
                <a:latin typeface="Arial" panose="020B0604020202020204" pitchFamily="34" charset="0"/>
                <a:ea typeface="Wingdings" panose="05000000000000000000" pitchFamily="2" charset="2"/>
                <a:cs typeface="Wingdings" panose="05000000000000000000" pitchFamily="2" charset="2"/>
              </a:rPr>
              <a:t>listed</a:t>
            </a:r>
            <a:r>
              <a:rPr lang="en-US" sz="1000" b="1" spc="-20">
                <a:effectLst/>
                <a:latin typeface="Arial" panose="020B0604020202020204" pitchFamily="34" charset="0"/>
                <a:ea typeface="Wingdings" panose="05000000000000000000" pitchFamily="2" charset="2"/>
                <a:cs typeface="Wingdings" panose="05000000000000000000" pitchFamily="2" charset="2"/>
              </a:rPr>
              <a:t> </a:t>
            </a:r>
            <a:r>
              <a:rPr lang="en-US" sz="1000" b="1" spc="0">
                <a:effectLst/>
                <a:latin typeface="Arial" panose="020B0604020202020204" pitchFamily="34" charset="0"/>
                <a:ea typeface="Wingdings" panose="05000000000000000000" pitchFamily="2" charset="2"/>
                <a:cs typeface="Wingdings" panose="05000000000000000000" pitchFamily="2" charset="2"/>
              </a:rPr>
              <a:t>as</a:t>
            </a:r>
            <a:r>
              <a:rPr lang="en-US" sz="1000" b="1" spc="-10">
                <a:effectLst/>
                <a:latin typeface="Arial" panose="020B0604020202020204" pitchFamily="34" charset="0"/>
                <a:ea typeface="Wingdings" panose="05000000000000000000" pitchFamily="2" charset="2"/>
                <a:cs typeface="Wingdings" panose="05000000000000000000" pitchFamily="2" charset="2"/>
              </a:rPr>
              <a:t> </a:t>
            </a:r>
            <a:r>
              <a:rPr lang="en-US" sz="1000" b="1" spc="0">
                <a:effectLst/>
                <a:latin typeface="Arial" panose="020B0604020202020204" pitchFamily="34" charset="0"/>
                <a:ea typeface="Wingdings" panose="05000000000000000000" pitchFamily="2" charset="2"/>
                <a:cs typeface="Wingdings" panose="05000000000000000000" pitchFamily="2" charset="2"/>
              </a:rPr>
              <a:t>named</a:t>
            </a:r>
            <a:r>
              <a:rPr lang="en-US" sz="1000" b="1" spc="-5">
                <a:effectLst/>
                <a:latin typeface="Arial" panose="020B0604020202020204" pitchFamily="34" charset="0"/>
                <a:ea typeface="Wingdings" panose="05000000000000000000" pitchFamily="2" charset="2"/>
                <a:cs typeface="Wingdings" panose="05000000000000000000" pitchFamily="2" charset="2"/>
              </a:rPr>
              <a:t> </a:t>
            </a:r>
            <a:r>
              <a:rPr lang="en-US" sz="1000" b="1" spc="0">
                <a:effectLst/>
                <a:latin typeface="Arial" panose="020B0604020202020204" pitchFamily="34" charset="0"/>
                <a:ea typeface="Wingdings" panose="05000000000000000000" pitchFamily="2" charset="2"/>
                <a:cs typeface="Wingdings" panose="05000000000000000000" pitchFamily="2" charset="2"/>
              </a:rPr>
              <a:t>insureds?</a:t>
            </a:r>
            <a:r>
              <a:rPr lang="en-US" sz="1000" b="1"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Coverage</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is</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b="1" spc="0">
                <a:effectLst/>
                <a:latin typeface="Arial" panose="020B0604020202020204" pitchFamily="34" charset="0"/>
                <a:ea typeface="Wingdings" panose="05000000000000000000" pitchFamily="2" charset="2"/>
                <a:cs typeface="Wingdings" panose="05000000000000000000" pitchFamily="2" charset="2"/>
              </a:rPr>
              <a:t>not</a:t>
            </a:r>
            <a:r>
              <a:rPr lang="en-US" sz="1000" b="1"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automatically</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afforded</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to</a:t>
            </a:r>
            <a:r>
              <a:rPr lang="en-US" sz="1000" spc="-2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all</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entities</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unless</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specifically</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named. Confirm with your producer and service team that all entities to be protected are on the correct policy. Not all entities may be listed on all policies based on coverage line. </a:t>
            </a:r>
            <a:r>
              <a:rPr lang="en-US" sz="1000" b="0" i="0" u="none" strike="noStrike" baseline="0">
                <a:solidFill>
                  <a:srgbClr val="000000"/>
                </a:solidFill>
                <a:latin typeface="Arial" panose="020B0604020202020204" pitchFamily="34" charset="0"/>
              </a:rPr>
              <a:t>Additional provisions in the policy may require that a </a:t>
            </a:r>
            <a:r>
              <a:rPr lang="en-US" sz="1000" b="0" i="1" u="none" strike="noStrike" baseline="0">
                <a:solidFill>
                  <a:srgbClr val="000000"/>
                </a:solidFill>
                <a:latin typeface="Arial" panose="020B0604020202020204" pitchFamily="34" charset="0"/>
              </a:rPr>
              <a:t>written </a:t>
            </a:r>
            <a:r>
              <a:rPr lang="en-US" sz="1000" b="0" i="0" u="none" strike="noStrike" baseline="0">
                <a:solidFill>
                  <a:srgbClr val="000000"/>
                </a:solidFill>
                <a:latin typeface="Arial" panose="020B0604020202020204" pitchFamily="34" charset="0"/>
              </a:rPr>
              <a:t>contract be in force to convey Additional Insured status. Please read your policy and contracts carefully and discuss with your Agent. Atlantic Specialty Risk cannot issue certificates of insurance with Additional Insured status listed for anyone unless a written agreement is in force if required by your insurance policy. </a:t>
            </a:r>
            <a:endParaRPr lang="en-US" sz="1000" spc="0">
              <a:effectLst/>
              <a:latin typeface="Arial" panose="020B0604020202020204" pitchFamily="34" charset="0"/>
              <a:ea typeface="Wingdings" panose="05000000000000000000" pitchFamily="2" charset="2"/>
              <a:cs typeface="Wingdings" panose="05000000000000000000" pitchFamily="2" charset="2"/>
            </a:endParaRPr>
          </a:p>
          <a:p>
            <a:pPr marL="171450" marR="679450" lvl="0" indent="-171450" algn="just">
              <a:spcBef>
                <a:spcPts val="615"/>
              </a:spcBef>
              <a:spcAft>
                <a:spcPts val="0"/>
              </a:spcAft>
              <a:buSzPts val="800"/>
              <a:buFont typeface="Arial" panose="020B0604020202020204" pitchFamily="34" charset="0"/>
              <a:buChar char="•"/>
              <a:tabLst>
                <a:tab pos="990600" algn="l"/>
              </a:tabLst>
            </a:pPr>
            <a:r>
              <a:rPr lang="en-US" sz="1000" spc="0">
                <a:effectLst/>
                <a:latin typeface="Arial" panose="020B0604020202020204" pitchFamily="34" charset="0"/>
                <a:ea typeface="Wingdings" panose="05000000000000000000" pitchFamily="2" charset="2"/>
                <a:cs typeface="Wingdings" panose="05000000000000000000" pitchFamily="2" charset="2"/>
              </a:rPr>
              <a:t>Additional named insured is (1) A person or organization, other than the first named insured, identified as an insured in the policy</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declarations or</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an</a:t>
            </a:r>
            <a:r>
              <a:rPr lang="en-US" sz="1000" spc="-2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addendum to</a:t>
            </a:r>
            <a:r>
              <a:rPr lang="en-US" sz="1000" spc="-2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the</a:t>
            </a:r>
            <a:r>
              <a:rPr lang="en-US" sz="1000" spc="-2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policy</a:t>
            </a:r>
            <a:r>
              <a:rPr lang="en-US" sz="1000" spc="-2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declarations. (2)</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person</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or</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organization</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added</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to</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policy</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after</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the</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policy</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is written with the status of named insured. This entity</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would have the</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same rights</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and responsibilities as</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an entity</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named</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as</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an insured in the policy declarations (other than those rights and responsibilities reserved to the first named insured).</a:t>
            </a:r>
          </a:p>
          <a:p>
            <a:pPr marL="171450" marR="663575" lvl="0" indent="-171450" algn="just">
              <a:spcBef>
                <a:spcPts val="590"/>
              </a:spcBef>
              <a:spcAft>
                <a:spcPts val="0"/>
              </a:spcAft>
              <a:buSzPts val="800"/>
              <a:buFont typeface="Arial" panose="020B0604020202020204" pitchFamily="34" charset="0"/>
              <a:buChar char="•"/>
              <a:tabLst>
                <a:tab pos="990600" algn="l"/>
              </a:tabLst>
            </a:pPr>
            <a:r>
              <a:rPr lang="en-US" sz="1000" spc="0">
                <a:effectLst/>
                <a:latin typeface="Arial" panose="020B0604020202020204" pitchFamily="34" charset="0"/>
                <a:ea typeface="Wingdings" panose="05000000000000000000" pitchFamily="2" charset="2"/>
                <a:cs typeface="Wingdings" panose="05000000000000000000" pitchFamily="2" charset="2"/>
              </a:rPr>
              <a:t>Applies to Professional Liability, Pollution Liability, Directors &amp; Officers Liability, Employment Practices Liability, Fiduciary Liability</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policies (this</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list</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not</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all</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inclusive).</a:t>
            </a:r>
            <a:r>
              <a:rPr lang="en-US" sz="1000" spc="-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Check</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your</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Policy</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language</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for</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applicability.</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These</a:t>
            </a:r>
            <a:r>
              <a:rPr lang="en-US" sz="1000" spc="-2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policies</a:t>
            </a:r>
            <a:r>
              <a:rPr lang="en-US" sz="1000" spc="-1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provide</a:t>
            </a:r>
            <a:r>
              <a:rPr lang="en-US" sz="1000" spc="-1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protection</a:t>
            </a:r>
            <a:r>
              <a:rPr lang="en-US" sz="1000" spc="-25">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to</a:t>
            </a:r>
            <a:r>
              <a:rPr lang="en-US" sz="1000" spc="-20">
                <a:effectLst/>
                <a:latin typeface="Arial" panose="020B0604020202020204" pitchFamily="34" charset="0"/>
                <a:ea typeface="Wingdings" panose="05000000000000000000" pitchFamily="2" charset="2"/>
                <a:cs typeface="Wingdings" panose="05000000000000000000" pitchFamily="2" charset="2"/>
              </a:rPr>
              <a:t> </a:t>
            </a:r>
            <a:r>
              <a:rPr lang="en-US" sz="1000" spc="0">
                <a:effectLst/>
                <a:latin typeface="Arial" panose="020B0604020202020204" pitchFamily="34" charset="0"/>
                <a:ea typeface="Wingdings" panose="05000000000000000000" pitchFamily="2" charset="2"/>
                <a:cs typeface="Wingdings" panose="05000000000000000000" pitchFamily="2" charset="2"/>
              </a:rPr>
              <a:t>the Named Insured for claims made against it alleging a covered wrongful act.</a:t>
            </a:r>
          </a:p>
          <a:p>
            <a:endParaRPr lang="en-US"/>
          </a:p>
        </p:txBody>
      </p:sp>
    </p:spTree>
    <p:extLst>
      <p:ext uri="{BB962C8B-B14F-4D97-AF65-F5344CB8AC3E}">
        <p14:creationId xmlns:p14="http://schemas.microsoft.com/office/powerpoint/2010/main" val="2060042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3</a:t>
            </a:fld>
            <a:endParaRPr lang="en-US"/>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a:solidFill>
                  <a:srgbClr val="0000FF"/>
                </a:solidFill>
                <a:effectLst/>
                <a:latin typeface="Arial" panose="020B0604020202020204" pitchFamily="34" charset="0"/>
                <a:ea typeface="Arial" panose="020B0604020202020204" pitchFamily="34" charset="0"/>
                <a:hlinkClick r:id="rId3"/>
              </a:rPr>
              <a:t>www.atlanticsr.com</a:t>
            </a:r>
            <a:r>
              <a:rPr lang="en-US" sz="800" spc="200">
                <a:solidFill>
                  <a:srgbClr val="0462C1"/>
                </a:solidFill>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a:t>
            </a:r>
            <a:r>
              <a:rPr lang="en-US" sz="800" spc="-15">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FL</a:t>
            </a:r>
            <a:r>
              <a:rPr lang="en-US" sz="800" spc="-2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License</a:t>
            </a:r>
            <a:r>
              <a:rPr lang="en-US" sz="800" spc="-3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#L106686</a:t>
            </a:r>
          </a:p>
        </p:txBody>
      </p:sp>
      <p:sp>
        <p:nvSpPr>
          <p:cNvPr id="22" name="Title 1">
            <a:extLst>
              <a:ext uri="{FF2B5EF4-FFF2-40B4-BE49-F238E27FC236}">
                <a16:creationId xmlns:a16="http://schemas.microsoft.com/office/drawing/2014/main" id="{1BBE56C9-C561-6A91-4CF4-6B24B339203B}"/>
              </a:ext>
            </a:extLst>
          </p:cNvPr>
          <p:cNvSpPr txBox="1">
            <a:spLocks/>
          </p:cNvSpPr>
          <p:nvPr/>
        </p:nvSpPr>
        <p:spPr>
          <a:xfrm>
            <a:off x="915134" y="891819"/>
            <a:ext cx="7313731" cy="848956"/>
          </a:xfrm>
          <a:prstGeom prst="rect">
            <a:avLst/>
          </a:prstGeom>
        </p:spPr>
        <p:txBody>
          <a:bodyPr anchor="b">
            <a:normAutofit fontScale="92500"/>
          </a:bodyPr>
          <a:lstStyle>
            <a:lvl1pPr algn="l" defTabSz="914378" rtl="0" eaLnBrk="1" latinLnBrk="0" hangingPunct="1">
              <a:lnSpc>
                <a:spcPct val="90000"/>
              </a:lnSpc>
              <a:spcBef>
                <a:spcPct val="0"/>
              </a:spcBef>
              <a:buNone/>
              <a:defRPr sz="3200" kern="1200" cap="all" spc="200" baseline="0">
                <a:solidFill>
                  <a:schemeClr val="accent4"/>
                </a:solidFill>
                <a:latin typeface="+mj-lt"/>
                <a:ea typeface="+mj-ea"/>
                <a:cs typeface="+mj-cs"/>
              </a:defRPr>
            </a:lvl1pPr>
          </a:lstStyle>
          <a:p>
            <a:r>
              <a:rPr lang="en-US" sz="4800">
                <a:solidFill>
                  <a:srgbClr val="0070C0"/>
                </a:solidFill>
              </a:rPr>
              <a:t>18457 SE Sea Oaks Lane</a:t>
            </a:r>
          </a:p>
        </p:txBody>
      </p:sp>
      <p:graphicFrame>
        <p:nvGraphicFramePr>
          <p:cNvPr id="23" name="Table 22">
            <a:extLst>
              <a:ext uri="{FF2B5EF4-FFF2-40B4-BE49-F238E27FC236}">
                <a16:creationId xmlns:a16="http://schemas.microsoft.com/office/drawing/2014/main" id="{353F8B46-EA4F-C5F8-EBFE-1851E459BA75}"/>
              </a:ext>
            </a:extLst>
          </p:cNvPr>
          <p:cNvGraphicFramePr>
            <a:graphicFrameLocks noGrp="1"/>
          </p:cNvGraphicFramePr>
          <p:nvPr>
            <p:extLst>
              <p:ext uri="{D42A27DB-BD31-4B8C-83A1-F6EECF244321}">
                <p14:modId xmlns:p14="http://schemas.microsoft.com/office/powerpoint/2010/main" val="3682962678"/>
              </p:ext>
            </p:extLst>
          </p:nvPr>
        </p:nvGraphicFramePr>
        <p:xfrm>
          <a:off x="144378" y="3787552"/>
          <a:ext cx="8879305" cy="4060744"/>
        </p:xfrm>
        <a:graphic>
          <a:graphicData uri="http://schemas.openxmlformats.org/drawingml/2006/table">
            <a:tbl>
              <a:tblPr firstRow="1" bandRow="1">
                <a:tableStyleId>{21E4AEA4-8DFA-4A89-87EB-49C32662AFE0}</a:tableStyleId>
              </a:tblPr>
              <a:tblGrid>
                <a:gridCol w="1285162">
                  <a:extLst>
                    <a:ext uri="{9D8B030D-6E8A-4147-A177-3AD203B41FA5}">
                      <a16:colId xmlns:a16="http://schemas.microsoft.com/office/drawing/2014/main" val="2107397168"/>
                    </a:ext>
                  </a:extLst>
                </a:gridCol>
                <a:gridCol w="3739794">
                  <a:extLst>
                    <a:ext uri="{9D8B030D-6E8A-4147-A177-3AD203B41FA5}">
                      <a16:colId xmlns:a16="http://schemas.microsoft.com/office/drawing/2014/main" val="4040572127"/>
                    </a:ext>
                  </a:extLst>
                </a:gridCol>
                <a:gridCol w="1686070">
                  <a:extLst>
                    <a:ext uri="{9D8B030D-6E8A-4147-A177-3AD203B41FA5}">
                      <a16:colId xmlns:a16="http://schemas.microsoft.com/office/drawing/2014/main" val="689491260"/>
                    </a:ext>
                  </a:extLst>
                </a:gridCol>
                <a:gridCol w="2168279">
                  <a:extLst>
                    <a:ext uri="{9D8B030D-6E8A-4147-A177-3AD203B41FA5}">
                      <a16:colId xmlns:a16="http://schemas.microsoft.com/office/drawing/2014/main" val="3563702829"/>
                    </a:ext>
                  </a:extLst>
                </a:gridCol>
              </a:tblGrid>
              <a:tr h="403144">
                <a:tc>
                  <a:txBody>
                    <a:bodyPr/>
                    <a:lstStyle/>
                    <a:p>
                      <a:pPr algn="ctr"/>
                      <a:r>
                        <a:rPr lang="en-US"/>
                        <a:t>COVERAGE</a:t>
                      </a:r>
                    </a:p>
                  </a:txBody>
                  <a:tcPr anchor="ctr"/>
                </a:tc>
                <a:tc>
                  <a:txBody>
                    <a:bodyPr/>
                    <a:lstStyle/>
                    <a:p>
                      <a:pPr algn="ctr"/>
                      <a:r>
                        <a:rPr lang="en-US"/>
                        <a:t>FIRE &amp; LIABILITY</a:t>
                      </a:r>
                    </a:p>
                  </a:txBody>
                  <a:tcPr anchor="ctr"/>
                </a:tc>
                <a:tc>
                  <a:txBody>
                    <a:bodyPr/>
                    <a:lstStyle/>
                    <a:p>
                      <a:pPr algn="ctr"/>
                      <a:r>
                        <a:rPr lang="en-US"/>
                        <a:t>WIND</a:t>
                      </a:r>
                    </a:p>
                  </a:txBody>
                  <a:tcPr anchor="ctr"/>
                </a:tc>
                <a:tc>
                  <a:txBody>
                    <a:bodyPr/>
                    <a:lstStyle/>
                    <a:p>
                      <a:pPr algn="ctr"/>
                      <a:r>
                        <a:rPr lang="en-US"/>
                        <a:t>FLOOD</a:t>
                      </a:r>
                    </a:p>
                  </a:txBody>
                  <a:tcPr anchor="ctr"/>
                </a:tc>
                <a:extLst>
                  <a:ext uri="{0D108BD9-81ED-4DB2-BD59-A6C34878D82A}">
                    <a16:rowId xmlns:a16="http://schemas.microsoft.com/office/drawing/2014/main" val="2769631583"/>
                  </a:ext>
                </a:extLst>
              </a:tr>
              <a:tr h="2901304">
                <a:tc>
                  <a:txBody>
                    <a:bodyPr/>
                    <a:lstStyle/>
                    <a:p>
                      <a:r>
                        <a:rPr lang="en-US" sz="1400"/>
                        <a:t>Description</a:t>
                      </a:r>
                    </a:p>
                  </a:txBody>
                  <a:tcPr anchor="ctr"/>
                </a:tc>
                <a:tc>
                  <a:txBody>
                    <a:bodyPr/>
                    <a:lstStyle/>
                    <a:p>
                      <a:r>
                        <a:rPr lang="en-US" sz="1100"/>
                        <a:t>This foundational policy typically provides coverage for a range of perils and liabilities:</a:t>
                      </a:r>
                    </a:p>
                    <a:p>
                      <a:r>
                        <a:rPr lang="en-US" sz="1100" b="1"/>
                        <a:t>Dwelling Coverage:</a:t>
                      </a:r>
                      <a:r>
                        <a:rPr lang="en-US" sz="1100"/>
                        <a:t> Protects the physical structure of your house, including the walls, roof, foundation, and any attached structures like a garage.</a:t>
                      </a:r>
                    </a:p>
                    <a:p>
                      <a:r>
                        <a:rPr lang="en-US" sz="1100" b="1"/>
                        <a:t>Other Structures:</a:t>
                      </a:r>
                      <a:r>
                        <a:rPr lang="en-US" sz="1100"/>
                        <a:t> Covers detached structures on your property, such as sheds, fences</a:t>
                      </a:r>
                    </a:p>
                    <a:p>
                      <a:r>
                        <a:rPr lang="en-US" sz="1100" b="1"/>
                        <a:t>Personal Property:</a:t>
                      </a:r>
                      <a:r>
                        <a:rPr lang="en-US" sz="1100"/>
                        <a:t> Covers your belongings inside the home, such as furniture, clothing, electronics, and appliances. This coverage often has limits for specific high-value items.</a:t>
                      </a:r>
                    </a:p>
                    <a:p>
                      <a:r>
                        <a:rPr lang="en-US" sz="1100" b="1"/>
                        <a:t>Additional Living Expenses (ALE):</a:t>
                      </a:r>
                      <a:r>
                        <a:rPr lang="en-US" sz="1100"/>
                        <a:t> If a covered loss makes your home uninhabitable</a:t>
                      </a:r>
                    </a:p>
                    <a:p>
                      <a:r>
                        <a:rPr lang="en-US" sz="1100" b="1"/>
                        <a:t>Personal Liability:</a:t>
                      </a:r>
                      <a:r>
                        <a:rPr lang="en-US" sz="1100"/>
                        <a:t> Provides coverage if someone is injured on your property and you are found legally responsible. It can help cover medical expenses and legal fees.   </a:t>
                      </a:r>
                    </a:p>
                    <a:p>
                      <a:r>
                        <a:rPr lang="en-US" sz="1100" b="1"/>
                        <a:t>Medical Payments to Others:</a:t>
                      </a:r>
                      <a:r>
                        <a:rPr lang="en-US" sz="1100"/>
                        <a:t> Pays for minor medical expenses of someone injured on your property, regardless of who is at fault</a:t>
                      </a:r>
                    </a:p>
                  </a:txBody>
                  <a:tcPr/>
                </a:tc>
                <a:tc>
                  <a:txBody>
                    <a:bodyPr/>
                    <a:lstStyle/>
                    <a:p>
                      <a:r>
                        <a:rPr lang="en-US" sz="1100"/>
                        <a:t>It typically covers:</a:t>
                      </a:r>
                    </a:p>
                    <a:p>
                      <a:r>
                        <a:rPr lang="en-US" sz="1100" b="1"/>
                        <a:t>Direct Wind Damage:</a:t>
                      </a:r>
                      <a:r>
                        <a:rPr lang="en-US" sz="1100"/>
                        <a:t> Damage to the roof, siding, windows, and other parts of your home caused directly by wind.</a:t>
                      </a:r>
                    </a:p>
                    <a:p>
                      <a:endParaRPr lang="en-US" sz="1100"/>
                    </a:p>
                    <a:p>
                      <a:r>
                        <a:rPr lang="en-US" sz="1100" b="1"/>
                        <a:t>Hail Damage:</a:t>
                      </a:r>
                      <a:r>
                        <a:rPr lang="en-US" sz="1100"/>
                        <a:t> Damage caused by hailstones impacting your property.</a:t>
                      </a:r>
                    </a:p>
                    <a:p>
                      <a:endParaRPr lang="en-US" sz="1100"/>
                    </a:p>
                    <a:p>
                      <a:r>
                        <a:rPr lang="en-US" sz="1100" b="1"/>
                        <a:t>Debris Removal:</a:t>
                      </a:r>
                      <a:r>
                        <a:rPr lang="en-US" sz="1100"/>
                        <a:t> Costs associated with removing debris caused by a covered wind or hail event.</a:t>
                      </a:r>
                    </a:p>
                    <a:p>
                      <a:endParaRPr lang="en-US" sz="1100"/>
                    </a:p>
                  </a:txBody>
                  <a:tcPr/>
                </a:tc>
                <a:tc>
                  <a:txBody>
                    <a:bodyPr/>
                    <a:lstStyle/>
                    <a:p>
                      <a:r>
                        <a:rPr lang="en-US" sz="1100" b="1"/>
                        <a:t>Building Property Coverage:</a:t>
                      </a:r>
                      <a:r>
                        <a:rPr lang="en-US" sz="1100"/>
                        <a:t> The insured structure and its foundation.</a:t>
                      </a:r>
                    </a:p>
                    <a:p>
                      <a:r>
                        <a:rPr lang="en-US" sz="1100"/>
                        <a:t>Electrical and plumbing systems.</a:t>
                      </a:r>
                    </a:p>
                    <a:p>
                      <a:r>
                        <a:rPr lang="en-US" sz="1100"/>
                        <a:t>Central air conditioning equipment, furnaces, and water heaters.</a:t>
                      </a:r>
                    </a:p>
                    <a:p>
                      <a:r>
                        <a:rPr lang="en-US" sz="1100"/>
                        <a:t>Appliances such as refrigerators, stoves, and built-in dishwashers.   </a:t>
                      </a:r>
                    </a:p>
                    <a:p>
                      <a:r>
                        <a:rPr lang="en-US" sz="1100"/>
                        <a:t>Permanently installed carpeting over unfinished flooring.</a:t>
                      </a:r>
                    </a:p>
                    <a:p>
                      <a:endParaRPr lang="en-US" sz="1100"/>
                    </a:p>
                    <a:p>
                      <a:r>
                        <a:rPr lang="en-US" sz="1100" b="1"/>
                        <a:t>Personal Property Coverage:</a:t>
                      </a:r>
                      <a:r>
                        <a:rPr lang="en-US" sz="1100"/>
                        <a:t> Clothing, furniture, and electronics.</a:t>
                      </a:r>
                    </a:p>
                    <a:p>
                      <a:r>
                        <a:rPr lang="en-US" sz="1100"/>
                        <a:t>Portable appliances.</a:t>
                      </a:r>
                    </a:p>
                    <a:p>
                      <a:r>
                        <a:rPr lang="en-US" sz="1100"/>
                        <a:t>Curtains.</a:t>
                      </a:r>
                    </a:p>
                    <a:p>
                      <a:endParaRPr lang="en-US" sz="1100"/>
                    </a:p>
                  </a:txBody>
                  <a:tcPr/>
                </a:tc>
                <a:extLst>
                  <a:ext uri="{0D108BD9-81ED-4DB2-BD59-A6C34878D82A}">
                    <a16:rowId xmlns:a16="http://schemas.microsoft.com/office/drawing/2014/main" val="1779769543"/>
                  </a:ext>
                </a:extLst>
              </a:tr>
              <a:tr h="548640">
                <a:tc>
                  <a:txBody>
                    <a:bodyPr/>
                    <a:lstStyle/>
                    <a:p>
                      <a:pPr algn="l"/>
                      <a:r>
                        <a:rPr lang="en-US" sz="1400" b="1"/>
                        <a:t>Annual Premium</a:t>
                      </a:r>
                    </a:p>
                  </a:txBody>
                  <a:tcPr anchor="ctr"/>
                </a:tc>
                <a:tc>
                  <a:txBody>
                    <a:bodyPr/>
                    <a:lstStyle/>
                    <a:p>
                      <a:pPr algn="ctr"/>
                      <a:r>
                        <a:rPr lang="en-US" b="1"/>
                        <a:t>$ 9,156</a:t>
                      </a:r>
                    </a:p>
                  </a:txBody>
                  <a:tcPr marL="45720" marR="45720" anchor="ctr"/>
                </a:tc>
                <a:tc>
                  <a:txBody>
                    <a:bodyPr/>
                    <a:lstStyle/>
                    <a:p>
                      <a:pPr algn="ctr"/>
                      <a:r>
                        <a:rPr lang="en-US" b="1"/>
                        <a:t>Add $ 8,484</a:t>
                      </a:r>
                    </a:p>
                  </a:txBody>
                  <a:tcPr anchor="ctr"/>
                </a:tc>
                <a:tc>
                  <a:txBody>
                    <a:bodyPr/>
                    <a:lstStyle/>
                    <a:p>
                      <a:pPr algn="ctr"/>
                      <a:r>
                        <a:rPr lang="en-US" b="1"/>
                        <a:t>Add $ 3,473</a:t>
                      </a:r>
                    </a:p>
                  </a:txBody>
                  <a:tcPr anchor="ctr"/>
                </a:tc>
                <a:extLst>
                  <a:ext uri="{0D108BD9-81ED-4DB2-BD59-A6C34878D82A}">
                    <a16:rowId xmlns:a16="http://schemas.microsoft.com/office/drawing/2014/main" val="541566610"/>
                  </a:ext>
                </a:extLst>
              </a:tr>
            </a:tbl>
          </a:graphicData>
        </a:graphic>
      </p:graphicFrame>
      <p:sp>
        <p:nvSpPr>
          <p:cNvPr id="24" name="TextBox 23">
            <a:extLst>
              <a:ext uri="{FF2B5EF4-FFF2-40B4-BE49-F238E27FC236}">
                <a16:creationId xmlns:a16="http://schemas.microsoft.com/office/drawing/2014/main" id="{411BB65E-6865-264F-0EFB-97D0F0052D83}"/>
              </a:ext>
            </a:extLst>
          </p:cNvPr>
          <p:cNvSpPr txBox="1"/>
          <p:nvPr/>
        </p:nvSpPr>
        <p:spPr>
          <a:xfrm>
            <a:off x="2372518" y="8186761"/>
            <a:ext cx="4398961" cy="338554"/>
          </a:xfrm>
          <a:prstGeom prst="rect">
            <a:avLst/>
          </a:prstGeom>
          <a:noFill/>
        </p:spPr>
        <p:txBody>
          <a:bodyPr wrap="none" rtlCol="0">
            <a:spAutoFit/>
          </a:bodyPr>
          <a:lstStyle/>
          <a:p>
            <a:r>
              <a:rPr lang="en-US" sz="1600" b="1"/>
              <a:t>Home Replacement Cost estimated at $1,567,740</a:t>
            </a:r>
          </a:p>
        </p:txBody>
      </p:sp>
      <p:sp>
        <p:nvSpPr>
          <p:cNvPr id="2" name="TextBox 1">
            <a:extLst>
              <a:ext uri="{FF2B5EF4-FFF2-40B4-BE49-F238E27FC236}">
                <a16:creationId xmlns:a16="http://schemas.microsoft.com/office/drawing/2014/main" id="{D92214E3-9088-8220-02BB-033518E82AA6}"/>
              </a:ext>
            </a:extLst>
          </p:cNvPr>
          <p:cNvSpPr txBox="1"/>
          <p:nvPr/>
        </p:nvSpPr>
        <p:spPr>
          <a:xfrm>
            <a:off x="915134" y="9089409"/>
            <a:ext cx="7313731" cy="1703030"/>
          </a:xfrm>
          <a:prstGeom prst="rect">
            <a:avLst/>
          </a:prstGeom>
          <a:noFill/>
        </p:spPr>
        <p:txBody>
          <a:bodyPr wrap="square" rtlCol="0">
            <a:spAutoFit/>
          </a:bodyPr>
          <a:lstStyle/>
          <a:p>
            <a:pPr>
              <a:lnSpc>
                <a:spcPct val="150000"/>
              </a:lnSpc>
            </a:pPr>
            <a:r>
              <a:rPr lang="en-US" b="1">
                <a:latin typeface="Arial" panose="020B0604020202020204" pitchFamily="34" charset="0"/>
                <a:cs typeface="Arial" panose="020B0604020202020204" pitchFamily="34" charset="0"/>
              </a:rPr>
              <a:t>OPTIONs TOTALS:</a:t>
            </a:r>
          </a:p>
          <a:p>
            <a:pPr marL="342900" indent="-342900">
              <a:lnSpc>
                <a:spcPct val="150000"/>
              </a:lnSpc>
              <a:buFont typeface="+mj-lt"/>
              <a:buAutoNum type="alphaUcPeriod"/>
            </a:pPr>
            <a:r>
              <a:rPr lang="en-US" b="1">
                <a:latin typeface="Arial" panose="020B0604020202020204" pitchFamily="34" charset="0"/>
                <a:cs typeface="Arial" panose="020B0604020202020204" pitchFamily="34" charset="0"/>
              </a:rPr>
              <a:t>FIRE/LIABILITY ONLY				$ 9,156 </a:t>
            </a:r>
          </a:p>
          <a:p>
            <a:pPr marL="342900" indent="-342900">
              <a:lnSpc>
                <a:spcPct val="150000"/>
              </a:lnSpc>
              <a:buFont typeface="+mj-lt"/>
              <a:buAutoNum type="alphaUcPeriod"/>
            </a:pPr>
            <a:r>
              <a:rPr lang="en-US" b="1">
                <a:latin typeface="Arial" panose="020B0604020202020204" pitchFamily="34" charset="0"/>
                <a:cs typeface="Arial" panose="020B0604020202020204" pitchFamily="34" charset="0"/>
              </a:rPr>
              <a:t>FIRE/LIABILITY/WIND				$ 17,640</a:t>
            </a:r>
          </a:p>
          <a:p>
            <a:pPr marL="342900" indent="-342900">
              <a:lnSpc>
                <a:spcPct val="150000"/>
              </a:lnSpc>
              <a:buFont typeface="+mj-lt"/>
              <a:buAutoNum type="alphaUcPeriod"/>
            </a:pPr>
            <a:r>
              <a:rPr lang="en-US" b="1">
                <a:latin typeface="Arial" panose="020B0604020202020204" pitchFamily="34" charset="0"/>
                <a:cs typeface="Arial" panose="020B0604020202020204" pitchFamily="34" charset="0"/>
              </a:rPr>
              <a:t>FIRE/LIABILITY/WIND/FLOOD			$ 21,113</a:t>
            </a:r>
          </a:p>
        </p:txBody>
      </p:sp>
      <p:pic>
        <p:nvPicPr>
          <p:cNvPr id="7" name="Picture 6">
            <a:extLst>
              <a:ext uri="{FF2B5EF4-FFF2-40B4-BE49-F238E27FC236}">
                <a16:creationId xmlns:a16="http://schemas.microsoft.com/office/drawing/2014/main" id="{252F76D1-B77C-8544-EB20-16AEC3486F33}"/>
              </a:ext>
            </a:extLst>
          </p:cNvPr>
          <p:cNvPicPr>
            <a:picLocks noChangeAspect="1"/>
          </p:cNvPicPr>
          <p:nvPr/>
        </p:nvPicPr>
        <p:blipFill>
          <a:blip r:embed="rId4"/>
          <a:stretch>
            <a:fillRect/>
          </a:stretch>
        </p:blipFill>
        <p:spPr>
          <a:xfrm>
            <a:off x="144378" y="1672707"/>
            <a:ext cx="8879304" cy="2114845"/>
          </a:xfrm>
          <a:prstGeom prst="rect">
            <a:avLst/>
          </a:prstGeom>
        </p:spPr>
      </p:pic>
    </p:spTree>
    <p:extLst>
      <p:ext uri="{BB962C8B-B14F-4D97-AF65-F5344CB8AC3E}">
        <p14:creationId xmlns:p14="http://schemas.microsoft.com/office/powerpoint/2010/main" val="1454735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C6C2F-DC9C-5ABF-5CA9-49EA6D6CEFB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EFE2074-8E40-0FFC-6DCD-D9733369D05E}"/>
              </a:ext>
            </a:extLst>
          </p:cNvPr>
          <p:cNvSpPr>
            <a:spLocks noGrp="1"/>
          </p:cNvSpPr>
          <p:nvPr>
            <p:ph type="sldNum" sz="quarter" idx="12"/>
          </p:nvPr>
        </p:nvSpPr>
        <p:spPr/>
        <p:txBody>
          <a:bodyPr/>
          <a:lstStyle/>
          <a:p>
            <a:fld id="{F91729D4-A164-47A3-830D-E792BCE699E4}" type="slidenum">
              <a:rPr lang="en-US" smtClean="0"/>
              <a:t>4</a:t>
            </a:fld>
            <a:endParaRPr lang="en-US"/>
          </a:p>
        </p:txBody>
      </p:sp>
      <p:pic>
        <p:nvPicPr>
          <p:cNvPr id="11" name="Image 6">
            <a:extLst>
              <a:ext uri="{FF2B5EF4-FFF2-40B4-BE49-F238E27FC236}">
                <a16:creationId xmlns:a16="http://schemas.microsoft.com/office/drawing/2014/main" id="{F805529D-47D5-24BC-0A16-88A58193E246}"/>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48B697B3-3F14-22D9-793F-D41FE65167FE}"/>
              </a:ext>
            </a:extLst>
          </p:cNvPr>
          <p:cNvSpPr txBox="1"/>
          <p:nvPr/>
        </p:nvSpPr>
        <p:spPr>
          <a:xfrm>
            <a:off x="619122" y="1951872"/>
            <a:ext cx="1233030" cy="369332"/>
          </a:xfrm>
          <a:prstGeom prst="rect">
            <a:avLst/>
          </a:prstGeom>
          <a:noFill/>
        </p:spPr>
        <p:txBody>
          <a:bodyPr wrap="none" rtlCol="0">
            <a:spAutoFit/>
          </a:bodyPr>
          <a:lstStyle/>
          <a:p>
            <a:r>
              <a:rPr lang="en-US" cap="small">
                <a:solidFill>
                  <a:srgbClr val="002060"/>
                </a:solidFill>
                <a:latin typeface="Quire Sans Bold" panose="020B0802040400020003" pitchFamily="34" charset="0"/>
                <a:ea typeface="Cambria" panose="02040503050406030204" pitchFamily="18" charset="0"/>
                <a:cs typeface="Quire Sans Bold" panose="020B0802040400020003" pitchFamily="34" charset="0"/>
              </a:rPr>
              <a:t>Locations</a:t>
            </a:r>
          </a:p>
        </p:txBody>
      </p:sp>
      <p:sp>
        <p:nvSpPr>
          <p:cNvPr id="19" name="TextBox 18">
            <a:extLst>
              <a:ext uri="{FF2B5EF4-FFF2-40B4-BE49-F238E27FC236}">
                <a16:creationId xmlns:a16="http://schemas.microsoft.com/office/drawing/2014/main" id="{9F7AAC7E-F3D2-D888-09F0-D18628FDF34D}"/>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a:solidFill>
                  <a:srgbClr val="0000FF"/>
                </a:solidFill>
                <a:effectLst/>
                <a:latin typeface="Arial" panose="020B0604020202020204" pitchFamily="34" charset="0"/>
                <a:ea typeface="Arial" panose="020B0604020202020204" pitchFamily="34" charset="0"/>
                <a:hlinkClick r:id="rId3"/>
              </a:rPr>
              <a:t>www.atlanticsr.com</a:t>
            </a:r>
            <a:r>
              <a:rPr lang="en-US" sz="800" spc="200">
                <a:solidFill>
                  <a:srgbClr val="0462C1"/>
                </a:solidFill>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a:t>
            </a:r>
            <a:r>
              <a:rPr lang="en-US" sz="800" spc="-15">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FL</a:t>
            </a:r>
            <a:r>
              <a:rPr lang="en-US" sz="800" spc="-2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License</a:t>
            </a:r>
            <a:r>
              <a:rPr lang="en-US" sz="800" spc="-3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#L106686</a:t>
            </a:r>
          </a:p>
        </p:txBody>
      </p:sp>
      <p:graphicFrame>
        <p:nvGraphicFramePr>
          <p:cNvPr id="2" name="Table 1">
            <a:extLst>
              <a:ext uri="{FF2B5EF4-FFF2-40B4-BE49-F238E27FC236}">
                <a16:creationId xmlns:a16="http://schemas.microsoft.com/office/drawing/2014/main" id="{B5C511D1-8D02-02A0-39CA-2B0112036E38}"/>
              </a:ext>
            </a:extLst>
          </p:cNvPr>
          <p:cNvGraphicFramePr>
            <a:graphicFrameLocks noGrp="1"/>
          </p:cNvGraphicFramePr>
          <p:nvPr>
            <p:extLst>
              <p:ext uri="{D42A27DB-BD31-4B8C-83A1-F6EECF244321}">
                <p14:modId xmlns:p14="http://schemas.microsoft.com/office/powerpoint/2010/main" val="765339677"/>
              </p:ext>
            </p:extLst>
          </p:nvPr>
        </p:nvGraphicFramePr>
        <p:xfrm>
          <a:off x="609598" y="2413858"/>
          <a:ext cx="7905753" cy="741680"/>
        </p:xfrm>
        <a:graphic>
          <a:graphicData uri="http://schemas.openxmlformats.org/drawingml/2006/table">
            <a:tbl>
              <a:tblPr firstRow="1" bandRow="1">
                <a:tableStyleId>{5C22544A-7EE6-4342-B048-85BDC9FD1C3A}</a:tableStyleId>
              </a:tblPr>
              <a:tblGrid>
                <a:gridCol w="1091984">
                  <a:extLst>
                    <a:ext uri="{9D8B030D-6E8A-4147-A177-3AD203B41FA5}">
                      <a16:colId xmlns:a16="http://schemas.microsoft.com/office/drawing/2014/main" val="1106411930"/>
                    </a:ext>
                  </a:extLst>
                </a:gridCol>
                <a:gridCol w="3857007">
                  <a:extLst>
                    <a:ext uri="{9D8B030D-6E8A-4147-A177-3AD203B41FA5}">
                      <a16:colId xmlns:a16="http://schemas.microsoft.com/office/drawing/2014/main" val="1778484598"/>
                    </a:ext>
                  </a:extLst>
                </a:gridCol>
                <a:gridCol w="1720516">
                  <a:extLst>
                    <a:ext uri="{9D8B030D-6E8A-4147-A177-3AD203B41FA5}">
                      <a16:colId xmlns:a16="http://schemas.microsoft.com/office/drawing/2014/main" val="3986264533"/>
                    </a:ext>
                  </a:extLst>
                </a:gridCol>
                <a:gridCol w="625642">
                  <a:extLst>
                    <a:ext uri="{9D8B030D-6E8A-4147-A177-3AD203B41FA5}">
                      <a16:colId xmlns:a16="http://schemas.microsoft.com/office/drawing/2014/main" val="1277193377"/>
                    </a:ext>
                  </a:extLst>
                </a:gridCol>
                <a:gridCol w="610604">
                  <a:extLst>
                    <a:ext uri="{9D8B030D-6E8A-4147-A177-3AD203B41FA5}">
                      <a16:colId xmlns:a16="http://schemas.microsoft.com/office/drawing/2014/main" val="2108240776"/>
                    </a:ext>
                  </a:extLst>
                </a:gridCol>
              </a:tblGrid>
              <a:tr h="370840">
                <a:tc>
                  <a:txBody>
                    <a:bodyPr/>
                    <a:lstStyle/>
                    <a:p>
                      <a:r>
                        <a:rPr lang="en-US" sz="1100">
                          <a:solidFill>
                            <a:srgbClr val="FFFF00"/>
                          </a:solidFill>
                          <a:latin typeface="Arial" panose="020B0604020202020204" pitchFamily="34" charset="0"/>
                          <a:cs typeface="Arial" panose="020B0604020202020204" pitchFamily="34" charset="0"/>
                        </a:rPr>
                        <a:t>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r>
                        <a:rPr lang="en-US" sz="1100">
                          <a:solidFill>
                            <a:srgbClr val="FFFF00"/>
                          </a:solidFill>
                          <a:latin typeface="Arial" panose="020B0604020202020204" pitchFamily="34" charset="0"/>
                          <a:cs typeface="Arial" panose="020B0604020202020204" pitchFamily="34" charset="0"/>
                        </a:rPr>
                        <a:t>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100">
                          <a:solidFill>
                            <a:srgbClr val="FFFF00"/>
                          </a:solidFill>
                          <a:latin typeface="Arial" panose="020B0604020202020204" pitchFamily="34" charset="0"/>
                          <a:cs typeface="Arial" panose="020B0604020202020204" pitchFamily="34" charset="0"/>
                        </a:rPr>
                        <a:t>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100">
                          <a:solidFill>
                            <a:srgbClr val="FFFF00"/>
                          </a:solidFill>
                          <a:latin typeface="Arial" panose="020B0604020202020204" pitchFamily="34" charset="0"/>
                          <a:cs typeface="Arial" panose="020B0604020202020204" pitchFamily="34" charset="0"/>
                        </a:rPr>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100">
                          <a:solidFill>
                            <a:srgbClr val="FFFF00"/>
                          </a:solidFill>
                          <a:latin typeface="Arial" panose="020B0604020202020204" pitchFamily="34" charset="0"/>
                          <a:cs typeface="Arial" panose="020B0604020202020204" pitchFamily="34" charset="0"/>
                        </a:rPr>
                        <a:t>Zip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700339133"/>
                  </a:ext>
                </a:extLst>
              </a:tr>
              <a:tr h="370840">
                <a:tc>
                  <a:txBody>
                    <a:bodyPr/>
                    <a:lstStyle/>
                    <a:p>
                      <a:r>
                        <a:rPr lang="en-US" sz="110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a:latin typeface="Arial" panose="020B0604020202020204" pitchFamily="34" charset="0"/>
                          <a:cs typeface="Arial" panose="020B0604020202020204" pitchFamily="34" charset="0"/>
                        </a:rPr>
                        <a:t>18547 SE SEA OAKS 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a:latin typeface="Arial" panose="020B0604020202020204" pitchFamily="34" charset="0"/>
                          <a:cs typeface="Arial" panose="020B0604020202020204" pitchFamily="34" charset="0"/>
                        </a:rPr>
                        <a:t>Tequesta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a:latin typeface="Arial" panose="020B0604020202020204" pitchFamily="34" charset="0"/>
                          <a:cs typeface="Arial" panose="020B0604020202020204" pitchFamily="34" charset="0"/>
                        </a:rPr>
                        <a:t>FL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a:latin typeface="Arial" panose="020B0604020202020204" pitchFamily="34" charset="0"/>
                          <a:cs typeface="Arial" panose="020B0604020202020204" pitchFamily="34" charset="0"/>
                        </a:rPr>
                        <a:t>33469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0611325"/>
                  </a:ext>
                </a:extLst>
              </a:tr>
            </a:tbl>
          </a:graphicData>
        </a:graphic>
      </p:graphicFrame>
      <p:sp>
        <p:nvSpPr>
          <p:cNvPr id="3" name="TextBox 2">
            <a:extLst>
              <a:ext uri="{FF2B5EF4-FFF2-40B4-BE49-F238E27FC236}">
                <a16:creationId xmlns:a16="http://schemas.microsoft.com/office/drawing/2014/main" id="{74EBC55A-E380-5B69-0BB9-78962908E8DE}"/>
              </a:ext>
            </a:extLst>
          </p:cNvPr>
          <p:cNvSpPr txBox="1"/>
          <p:nvPr/>
        </p:nvSpPr>
        <p:spPr>
          <a:xfrm>
            <a:off x="623888" y="3501519"/>
            <a:ext cx="4895892" cy="369332"/>
          </a:xfrm>
          <a:prstGeom prst="rect">
            <a:avLst/>
          </a:prstGeom>
          <a:noFill/>
        </p:spPr>
        <p:txBody>
          <a:bodyPr wrap="none" rtlCol="0">
            <a:spAutoFit/>
          </a:bodyPr>
          <a:lstStyle/>
          <a:p>
            <a:r>
              <a:rPr lang="en-US" cap="small">
                <a:solidFill>
                  <a:srgbClr val="002060"/>
                </a:solidFill>
                <a:latin typeface="Quire Sans Bold" panose="020B0802040400020003" pitchFamily="34" charset="0"/>
                <a:ea typeface="Cambria" panose="02040503050406030204" pitchFamily="18" charset="0"/>
                <a:cs typeface="Quire Sans Bold" panose="020B0802040400020003" pitchFamily="34" charset="0"/>
              </a:rPr>
              <a:t>Current Coverage Summary – HO3 (no Wind) </a:t>
            </a:r>
          </a:p>
        </p:txBody>
      </p:sp>
      <p:graphicFrame>
        <p:nvGraphicFramePr>
          <p:cNvPr id="14" name="Table 13">
            <a:extLst>
              <a:ext uri="{FF2B5EF4-FFF2-40B4-BE49-F238E27FC236}">
                <a16:creationId xmlns:a16="http://schemas.microsoft.com/office/drawing/2014/main" id="{F2C50FB1-02C6-684D-2152-F9304D39AAFE}"/>
              </a:ext>
            </a:extLst>
          </p:cNvPr>
          <p:cNvGraphicFramePr>
            <a:graphicFrameLocks noGrp="1"/>
          </p:cNvGraphicFramePr>
          <p:nvPr>
            <p:extLst>
              <p:ext uri="{D42A27DB-BD31-4B8C-83A1-F6EECF244321}">
                <p14:modId xmlns:p14="http://schemas.microsoft.com/office/powerpoint/2010/main" val="1783253852"/>
              </p:ext>
            </p:extLst>
          </p:nvPr>
        </p:nvGraphicFramePr>
        <p:xfrm>
          <a:off x="616688" y="3973530"/>
          <a:ext cx="7898665" cy="1154055"/>
        </p:xfrm>
        <a:graphic>
          <a:graphicData uri="http://schemas.openxmlformats.org/drawingml/2006/table">
            <a:tbl>
              <a:tblPr firstRow="1" firstCol="1" bandRow="1"/>
              <a:tblGrid>
                <a:gridCol w="1176017">
                  <a:extLst>
                    <a:ext uri="{9D8B030D-6E8A-4147-A177-3AD203B41FA5}">
                      <a16:colId xmlns:a16="http://schemas.microsoft.com/office/drawing/2014/main" val="2598251705"/>
                    </a:ext>
                  </a:extLst>
                </a:gridCol>
                <a:gridCol w="867992">
                  <a:extLst>
                    <a:ext uri="{9D8B030D-6E8A-4147-A177-3AD203B41FA5}">
                      <a16:colId xmlns:a16="http://schemas.microsoft.com/office/drawing/2014/main" val="1225751585"/>
                    </a:ext>
                  </a:extLst>
                </a:gridCol>
                <a:gridCol w="716883">
                  <a:extLst>
                    <a:ext uri="{9D8B030D-6E8A-4147-A177-3AD203B41FA5}">
                      <a16:colId xmlns:a16="http://schemas.microsoft.com/office/drawing/2014/main" val="1745196475"/>
                    </a:ext>
                  </a:extLst>
                </a:gridCol>
                <a:gridCol w="716883">
                  <a:extLst>
                    <a:ext uri="{9D8B030D-6E8A-4147-A177-3AD203B41FA5}">
                      <a16:colId xmlns:a16="http://schemas.microsoft.com/office/drawing/2014/main" val="603822629"/>
                    </a:ext>
                  </a:extLst>
                </a:gridCol>
                <a:gridCol w="716883">
                  <a:extLst>
                    <a:ext uri="{9D8B030D-6E8A-4147-A177-3AD203B41FA5}">
                      <a16:colId xmlns:a16="http://schemas.microsoft.com/office/drawing/2014/main" val="4168759152"/>
                    </a:ext>
                  </a:extLst>
                </a:gridCol>
                <a:gridCol w="716883">
                  <a:extLst>
                    <a:ext uri="{9D8B030D-6E8A-4147-A177-3AD203B41FA5}">
                      <a16:colId xmlns:a16="http://schemas.microsoft.com/office/drawing/2014/main" val="1327319574"/>
                    </a:ext>
                  </a:extLst>
                </a:gridCol>
                <a:gridCol w="716883">
                  <a:extLst>
                    <a:ext uri="{9D8B030D-6E8A-4147-A177-3AD203B41FA5}">
                      <a16:colId xmlns:a16="http://schemas.microsoft.com/office/drawing/2014/main" val="330720148"/>
                    </a:ext>
                  </a:extLst>
                </a:gridCol>
                <a:gridCol w="764582">
                  <a:extLst>
                    <a:ext uri="{9D8B030D-6E8A-4147-A177-3AD203B41FA5}">
                      <a16:colId xmlns:a16="http://schemas.microsoft.com/office/drawing/2014/main" val="2844541183"/>
                    </a:ext>
                  </a:extLst>
                </a:gridCol>
                <a:gridCol w="764582">
                  <a:extLst>
                    <a:ext uri="{9D8B030D-6E8A-4147-A177-3AD203B41FA5}">
                      <a16:colId xmlns:a16="http://schemas.microsoft.com/office/drawing/2014/main" val="796879755"/>
                    </a:ext>
                  </a:extLst>
                </a:gridCol>
                <a:gridCol w="741077">
                  <a:extLst>
                    <a:ext uri="{9D8B030D-6E8A-4147-A177-3AD203B41FA5}">
                      <a16:colId xmlns:a16="http://schemas.microsoft.com/office/drawing/2014/main" val="3500743912"/>
                    </a:ext>
                  </a:extLst>
                </a:gridCol>
              </a:tblGrid>
              <a:tr h="0">
                <a:tc rowSpan="2">
                  <a:txBody>
                    <a:bodyPr/>
                    <a:lstStyle/>
                    <a:p>
                      <a:pPr marL="0" marR="0" algn="ctr">
                        <a:spcBef>
                          <a:spcPts val="0"/>
                        </a:spcBef>
                        <a:spcAft>
                          <a:spcPts val="0"/>
                        </a:spcAft>
                      </a:pPr>
                      <a:r>
                        <a:rPr lang="en-US" sz="1000" b="1">
                          <a:solidFill>
                            <a:srgbClr val="FFFF00"/>
                          </a:solidFill>
                          <a:effectLst/>
                          <a:latin typeface="Arial" panose="020B0604020202020204" pitchFamily="34" charset="0"/>
                          <a:ea typeface="Arial" panose="020B0604020202020204" pitchFamily="34" charset="0"/>
                          <a:cs typeface="Times New Roman" panose="02020603050405020304" pitchFamily="18" charset="0"/>
                        </a:rPr>
                        <a:t>CARRIER</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gridSpan="6">
                  <a:txBody>
                    <a:bodyPr/>
                    <a:lstStyle/>
                    <a:p>
                      <a:pPr marL="0" marR="0" algn="ctr">
                        <a:spcBef>
                          <a:spcPts val="0"/>
                        </a:spcBef>
                        <a:spcAft>
                          <a:spcPts val="0"/>
                        </a:spcAft>
                      </a:pPr>
                      <a:r>
                        <a:rPr lang="en-US" sz="1000" b="1">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COVERAGE</a:t>
                      </a:r>
                      <a:endParaRPr lang="en-US" sz="1000">
                        <a:solidFill>
                          <a:srgbClr val="FFFF00"/>
                        </a:solidFill>
                        <a:effectLst/>
                        <a:latin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algn="ctr">
                        <a:spcBef>
                          <a:spcPts val="0"/>
                        </a:spcBef>
                        <a:spcAft>
                          <a:spcPts val="0"/>
                        </a:spcAft>
                      </a:pPr>
                      <a:r>
                        <a:rPr lang="en-US" sz="1000" b="1">
                          <a:solidFill>
                            <a:srgbClr val="FFFF00"/>
                          </a:solidFill>
                          <a:effectLst/>
                          <a:latin typeface="Arial" panose="020B0604020202020204" pitchFamily="34" charset="0"/>
                          <a:ea typeface="Arial" panose="020B0604020202020204" pitchFamily="34" charset="0"/>
                          <a:cs typeface="Times New Roman" panose="02020603050405020304" pitchFamily="18" charset="0"/>
                        </a:rPr>
                        <a:t>DEDUCTIBLE</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marL="0" marR="0" algn="ctr">
                        <a:spcBef>
                          <a:spcPts val="0"/>
                        </a:spcBef>
                        <a:spcAft>
                          <a:spcPts val="0"/>
                        </a:spcAft>
                      </a:pPr>
                      <a:r>
                        <a:rPr lang="en-US" sz="1000" b="1">
                          <a:solidFill>
                            <a:srgbClr val="FFFF00"/>
                          </a:solidFill>
                          <a:effectLst/>
                          <a:latin typeface="Arial" panose="020B0604020202020204" pitchFamily="34" charset="0"/>
                          <a:ea typeface="Arial" panose="020B0604020202020204" pitchFamily="34" charset="0"/>
                          <a:cs typeface="Times New Roman" panose="02020603050405020304" pitchFamily="18" charset="0"/>
                        </a:rPr>
                        <a:t>Annual Premium*</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2585841470"/>
                  </a:ext>
                </a:extLst>
              </a:tr>
              <a:tr h="313807">
                <a:tc vMerge="1">
                  <a:txBody>
                    <a:bodyPr/>
                    <a:lstStyle/>
                    <a:p>
                      <a:endParaRPr lang="en-US"/>
                    </a:p>
                  </a:txBody>
                  <a:tcPr>
                    <a:lnT w="12700" cap="flat" cmpd="sng" algn="ctr">
                      <a:solidFill>
                        <a:srgbClr val="000000"/>
                      </a:solidFill>
                      <a:prstDash val="solid"/>
                      <a:round/>
                      <a:headEnd type="none" w="med" len="med"/>
                      <a:tailEnd type="none" w="med" len="med"/>
                    </a:lnT>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Dwelling</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Other Structure</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Personal Property</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Loss of Use</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Personal Liability</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Medical</a:t>
                      </a:r>
                    </a:p>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Payment</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rPr>
                        <a:t>AOP</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rPr>
                        <a:t>Wind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810166422"/>
                  </a:ext>
                </a:extLst>
              </a:tr>
              <a:tr h="535448">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none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a:t>
                      </a:r>
                      <a:r>
                        <a:rPr lang="en-US" sz="1000" b="1">
                          <a:effectLst/>
                          <a:latin typeface="Arial" panose="020B0604020202020204" pitchFamily="34" charset="0"/>
                          <a:ea typeface="Arial" panose="020B0604020202020204" pitchFamily="34" charset="0"/>
                          <a:cs typeface="Arial" panose="020B0604020202020204" pitchFamily="34" charset="0"/>
                        </a:rPr>
                        <a:t> 1,537,000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$ 153,700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$ 307,400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$ 153,700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1">
                          <a:effectLst/>
                          <a:latin typeface="Arial" panose="020B0604020202020204" pitchFamily="34" charset="0"/>
                          <a:ea typeface="Arial" panose="020B0604020202020204" pitchFamily="34" charset="0"/>
                          <a:cs typeface="Arial" panose="020B0604020202020204" pitchFamily="34" charset="0"/>
                        </a:rPr>
                        <a:t>$ 500,000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$ 5,000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$ 10,000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EXCL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$ 9,218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extLst>
                  <a:ext uri="{0D108BD9-81ED-4DB2-BD59-A6C34878D82A}">
                    <a16:rowId xmlns:a16="http://schemas.microsoft.com/office/drawing/2014/main" val="342775221"/>
                  </a:ext>
                </a:extLst>
              </a:tr>
            </a:tbl>
          </a:graphicData>
        </a:graphic>
      </p:graphicFrame>
      <p:sp>
        <p:nvSpPr>
          <p:cNvPr id="16" name="TextBox 15">
            <a:extLst>
              <a:ext uri="{FF2B5EF4-FFF2-40B4-BE49-F238E27FC236}">
                <a16:creationId xmlns:a16="http://schemas.microsoft.com/office/drawing/2014/main" id="{6EE1D990-0234-E894-EA94-A20740418AFB}"/>
              </a:ext>
            </a:extLst>
          </p:cNvPr>
          <p:cNvSpPr txBox="1"/>
          <p:nvPr/>
        </p:nvSpPr>
        <p:spPr>
          <a:xfrm>
            <a:off x="4383070" y="9188268"/>
            <a:ext cx="4420469" cy="710323"/>
          </a:xfrm>
          <a:prstGeom prst="rect">
            <a:avLst/>
          </a:prstGeom>
          <a:noFill/>
        </p:spPr>
        <p:txBody>
          <a:bodyPr wrap="square">
            <a:spAutoFit/>
          </a:bodyPr>
          <a:lstStyle/>
          <a:p>
            <a:pPr marL="914400" marR="0">
              <a:spcBef>
                <a:spcPts val="0"/>
              </a:spcBef>
              <a:spcAft>
                <a:spcPts val="0"/>
              </a:spcAft>
            </a:pPr>
            <a:r>
              <a:rPr lang="en-US" sz="800" b="1">
                <a:effectLst/>
                <a:latin typeface="Arial" panose="020B0604020202020204" pitchFamily="34" charset="0"/>
                <a:ea typeface="Arial" panose="020B0604020202020204" pitchFamily="34" charset="0"/>
              </a:rPr>
              <a:t>Notes:</a:t>
            </a:r>
            <a:endParaRPr lang="en-US" sz="800">
              <a:effectLst/>
              <a:latin typeface="Arial" panose="020B0604020202020204" pitchFamily="34" charset="0"/>
              <a:ea typeface="Arial" panose="020B0604020202020204" pitchFamily="34" charset="0"/>
            </a:endParaRPr>
          </a:p>
          <a:p>
            <a:pPr marL="342900" marR="310515" lvl="0" indent="-342900">
              <a:lnSpc>
                <a:spcPct val="102000"/>
              </a:lnSpc>
              <a:spcBef>
                <a:spcPts val="0"/>
              </a:spcBef>
              <a:spcAft>
                <a:spcPts val="0"/>
              </a:spcAft>
              <a:buFont typeface="+mj-lt"/>
              <a:buAutoNum type="arabicPeriod"/>
            </a:pPr>
            <a:r>
              <a:rPr lang="en-US" sz="800">
                <a:effectLst/>
                <a:latin typeface="Arial" panose="020B0604020202020204" pitchFamily="34" charset="0"/>
                <a:ea typeface="Arial" panose="020B0604020202020204" pitchFamily="34" charset="0"/>
              </a:rPr>
              <a:t>Quotes are indications only and final underwriting will occur prior to binding.</a:t>
            </a:r>
          </a:p>
          <a:p>
            <a:pPr marL="342900" marR="0" lvl="0" indent="-342900">
              <a:spcBef>
                <a:spcPts val="0"/>
              </a:spcBef>
              <a:spcAft>
                <a:spcPts val="0"/>
              </a:spcAft>
              <a:buFont typeface="+mj-lt"/>
              <a:buAutoNum type="arabicPeriod"/>
            </a:pPr>
            <a:r>
              <a:rPr lang="en-US" sz="800">
                <a:effectLst/>
                <a:latin typeface="Arial" panose="020B0604020202020204" pitchFamily="34" charset="0"/>
                <a:ea typeface="Arial" panose="020B0604020202020204" pitchFamily="34" charset="0"/>
              </a:rPr>
              <a:t>Quotes are based upon payment at the time of binding.</a:t>
            </a:r>
          </a:p>
          <a:p>
            <a:pPr marR="0" lvl="0">
              <a:spcBef>
                <a:spcPts val="0"/>
              </a:spcBef>
              <a:spcAft>
                <a:spcPts val="0"/>
              </a:spcAft>
            </a:pPr>
            <a:endParaRPr lang="en-US" sz="800">
              <a:latin typeface="Arial" panose="020B0604020202020204" pitchFamily="34" charset="0"/>
              <a:ea typeface="Arial" panose="020B0604020202020204" pitchFamily="34" charset="0"/>
            </a:endParaRPr>
          </a:p>
          <a:p>
            <a:pPr marR="0" lvl="0">
              <a:spcBef>
                <a:spcPts val="0"/>
              </a:spcBef>
              <a:spcAft>
                <a:spcPts val="0"/>
              </a:spcAft>
            </a:pPr>
            <a:endParaRPr lang="en-US" sz="800">
              <a:effectLst/>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3C615724-EB65-4A96-03CC-1B6331537EB3}"/>
              </a:ext>
            </a:extLst>
          </p:cNvPr>
          <p:cNvSpPr txBox="1"/>
          <p:nvPr/>
        </p:nvSpPr>
        <p:spPr>
          <a:xfrm>
            <a:off x="609598" y="5440608"/>
            <a:ext cx="4192173" cy="369332"/>
          </a:xfrm>
          <a:prstGeom prst="rect">
            <a:avLst/>
          </a:prstGeom>
          <a:noFill/>
        </p:spPr>
        <p:txBody>
          <a:bodyPr wrap="none" rtlCol="0">
            <a:spAutoFit/>
          </a:bodyPr>
          <a:lstStyle/>
          <a:p>
            <a:r>
              <a:rPr lang="en-US" cap="small">
                <a:solidFill>
                  <a:srgbClr val="002060"/>
                </a:solidFill>
                <a:highlight>
                  <a:srgbClr val="FFFF00"/>
                </a:highlight>
                <a:latin typeface="Quire Sans Bold" panose="020B0802040400020003" pitchFamily="34" charset="0"/>
                <a:ea typeface="Cambria" panose="02040503050406030204" pitchFamily="18" charset="0"/>
                <a:cs typeface="Quire Sans Bold" panose="020B0802040400020003" pitchFamily="34" charset="0"/>
              </a:rPr>
              <a:t>Option A </a:t>
            </a:r>
            <a:r>
              <a:rPr lang="en-US" cap="small">
                <a:solidFill>
                  <a:srgbClr val="002060"/>
                </a:solidFill>
                <a:latin typeface="Quire Sans Bold" panose="020B0802040400020003" pitchFamily="34" charset="0"/>
                <a:ea typeface="Cambria" panose="02040503050406030204" pitchFamily="18" charset="0"/>
                <a:cs typeface="Quire Sans Bold" panose="020B0802040400020003" pitchFamily="34" charset="0"/>
              </a:rPr>
              <a:t>– COVERAGE HO3 (No Wind)</a:t>
            </a:r>
            <a:endParaRPr lang="en-US" sz="1000" cap="small">
              <a:solidFill>
                <a:srgbClr val="002060"/>
              </a:solidFill>
              <a:latin typeface="Quire Sans Bold" panose="020B0802040400020003" pitchFamily="34" charset="0"/>
              <a:ea typeface="Cambria" panose="02040503050406030204" pitchFamily="18" charset="0"/>
              <a:cs typeface="Quire Sans Bold" panose="020B0802040400020003" pitchFamily="34" charset="0"/>
            </a:endParaRPr>
          </a:p>
        </p:txBody>
      </p:sp>
      <p:cxnSp>
        <p:nvCxnSpPr>
          <p:cNvPr id="15" name="Straight Connector 14">
            <a:extLst>
              <a:ext uri="{FF2B5EF4-FFF2-40B4-BE49-F238E27FC236}">
                <a16:creationId xmlns:a16="http://schemas.microsoft.com/office/drawing/2014/main" id="{201D1189-3D5A-8372-1248-B0B64F61CB16}"/>
              </a:ext>
            </a:extLst>
          </p:cNvPr>
          <p:cNvCxnSpPr>
            <a:cxnSpLocks/>
          </p:cNvCxnSpPr>
          <p:nvPr/>
        </p:nvCxnSpPr>
        <p:spPr>
          <a:xfrm>
            <a:off x="372140" y="5364126"/>
            <a:ext cx="8304028" cy="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graphicFrame>
        <p:nvGraphicFramePr>
          <p:cNvPr id="8" name="Table 7">
            <a:extLst>
              <a:ext uri="{FF2B5EF4-FFF2-40B4-BE49-F238E27FC236}">
                <a16:creationId xmlns:a16="http://schemas.microsoft.com/office/drawing/2014/main" id="{C672BE23-39B6-81A8-6CED-4AD8BCA14AF7}"/>
              </a:ext>
            </a:extLst>
          </p:cNvPr>
          <p:cNvGraphicFramePr>
            <a:graphicFrameLocks noGrp="1"/>
          </p:cNvGraphicFramePr>
          <p:nvPr>
            <p:extLst>
              <p:ext uri="{D42A27DB-BD31-4B8C-83A1-F6EECF244321}">
                <p14:modId xmlns:p14="http://schemas.microsoft.com/office/powerpoint/2010/main" val="42013066"/>
              </p:ext>
            </p:extLst>
          </p:nvPr>
        </p:nvGraphicFramePr>
        <p:xfrm>
          <a:off x="623888" y="5857640"/>
          <a:ext cx="7898665" cy="1145044"/>
        </p:xfrm>
        <a:graphic>
          <a:graphicData uri="http://schemas.openxmlformats.org/drawingml/2006/table">
            <a:tbl>
              <a:tblPr firstRow="1" firstCol="1" bandRow="1"/>
              <a:tblGrid>
                <a:gridCol w="1176017">
                  <a:extLst>
                    <a:ext uri="{9D8B030D-6E8A-4147-A177-3AD203B41FA5}">
                      <a16:colId xmlns:a16="http://schemas.microsoft.com/office/drawing/2014/main" val="2598251705"/>
                    </a:ext>
                  </a:extLst>
                </a:gridCol>
                <a:gridCol w="867992">
                  <a:extLst>
                    <a:ext uri="{9D8B030D-6E8A-4147-A177-3AD203B41FA5}">
                      <a16:colId xmlns:a16="http://schemas.microsoft.com/office/drawing/2014/main" val="1225751585"/>
                    </a:ext>
                  </a:extLst>
                </a:gridCol>
                <a:gridCol w="716883">
                  <a:extLst>
                    <a:ext uri="{9D8B030D-6E8A-4147-A177-3AD203B41FA5}">
                      <a16:colId xmlns:a16="http://schemas.microsoft.com/office/drawing/2014/main" val="1745196475"/>
                    </a:ext>
                  </a:extLst>
                </a:gridCol>
                <a:gridCol w="716883">
                  <a:extLst>
                    <a:ext uri="{9D8B030D-6E8A-4147-A177-3AD203B41FA5}">
                      <a16:colId xmlns:a16="http://schemas.microsoft.com/office/drawing/2014/main" val="603822629"/>
                    </a:ext>
                  </a:extLst>
                </a:gridCol>
                <a:gridCol w="716883">
                  <a:extLst>
                    <a:ext uri="{9D8B030D-6E8A-4147-A177-3AD203B41FA5}">
                      <a16:colId xmlns:a16="http://schemas.microsoft.com/office/drawing/2014/main" val="4168759152"/>
                    </a:ext>
                  </a:extLst>
                </a:gridCol>
                <a:gridCol w="716883">
                  <a:extLst>
                    <a:ext uri="{9D8B030D-6E8A-4147-A177-3AD203B41FA5}">
                      <a16:colId xmlns:a16="http://schemas.microsoft.com/office/drawing/2014/main" val="1327319574"/>
                    </a:ext>
                  </a:extLst>
                </a:gridCol>
                <a:gridCol w="716883">
                  <a:extLst>
                    <a:ext uri="{9D8B030D-6E8A-4147-A177-3AD203B41FA5}">
                      <a16:colId xmlns:a16="http://schemas.microsoft.com/office/drawing/2014/main" val="330720148"/>
                    </a:ext>
                  </a:extLst>
                </a:gridCol>
                <a:gridCol w="764582">
                  <a:extLst>
                    <a:ext uri="{9D8B030D-6E8A-4147-A177-3AD203B41FA5}">
                      <a16:colId xmlns:a16="http://schemas.microsoft.com/office/drawing/2014/main" val="2844541183"/>
                    </a:ext>
                  </a:extLst>
                </a:gridCol>
                <a:gridCol w="764582">
                  <a:extLst>
                    <a:ext uri="{9D8B030D-6E8A-4147-A177-3AD203B41FA5}">
                      <a16:colId xmlns:a16="http://schemas.microsoft.com/office/drawing/2014/main" val="796879755"/>
                    </a:ext>
                  </a:extLst>
                </a:gridCol>
                <a:gridCol w="741077">
                  <a:extLst>
                    <a:ext uri="{9D8B030D-6E8A-4147-A177-3AD203B41FA5}">
                      <a16:colId xmlns:a16="http://schemas.microsoft.com/office/drawing/2014/main" val="3500743912"/>
                    </a:ext>
                  </a:extLst>
                </a:gridCol>
              </a:tblGrid>
              <a:tr h="0">
                <a:tc rowSpan="2">
                  <a:txBody>
                    <a:bodyPr/>
                    <a:lstStyle/>
                    <a:p>
                      <a:pPr marL="0" marR="0" algn="ctr">
                        <a:spcBef>
                          <a:spcPts val="0"/>
                        </a:spcBef>
                        <a:spcAft>
                          <a:spcPts val="0"/>
                        </a:spcAft>
                      </a:pPr>
                      <a:r>
                        <a:rPr lang="en-US" sz="1000" b="1">
                          <a:solidFill>
                            <a:srgbClr val="FFFF00"/>
                          </a:solidFill>
                          <a:effectLst/>
                          <a:latin typeface="Arial" panose="020B0604020202020204" pitchFamily="34" charset="0"/>
                          <a:ea typeface="Arial" panose="020B0604020202020204" pitchFamily="34" charset="0"/>
                          <a:cs typeface="Times New Roman" panose="02020603050405020304" pitchFamily="18" charset="0"/>
                        </a:rPr>
                        <a:t>CARRIER</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gridSpan="6">
                  <a:txBody>
                    <a:bodyPr/>
                    <a:lstStyle/>
                    <a:p>
                      <a:pPr marL="0" marR="0" algn="ctr">
                        <a:spcBef>
                          <a:spcPts val="0"/>
                        </a:spcBef>
                        <a:spcAft>
                          <a:spcPts val="0"/>
                        </a:spcAft>
                      </a:pPr>
                      <a:r>
                        <a:rPr lang="en-US" sz="1000" b="1">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COVERAGE</a:t>
                      </a:r>
                      <a:endParaRPr lang="en-US" sz="1000">
                        <a:solidFill>
                          <a:srgbClr val="FFFF00"/>
                        </a:solidFill>
                        <a:effectLst/>
                        <a:latin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algn="ctr">
                        <a:spcBef>
                          <a:spcPts val="0"/>
                        </a:spcBef>
                        <a:spcAft>
                          <a:spcPts val="0"/>
                        </a:spcAft>
                      </a:pPr>
                      <a:r>
                        <a:rPr lang="en-US" sz="1000" b="1">
                          <a:solidFill>
                            <a:srgbClr val="FFFF00"/>
                          </a:solidFill>
                          <a:effectLst/>
                          <a:latin typeface="Arial" panose="020B0604020202020204" pitchFamily="34" charset="0"/>
                          <a:ea typeface="Arial" panose="020B0604020202020204" pitchFamily="34" charset="0"/>
                          <a:cs typeface="Times New Roman" panose="02020603050405020304" pitchFamily="18" charset="0"/>
                        </a:rPr>
                        <a:t>DEDUCTIBLE</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marL="0" marR="0" algn="ctr">
                        <a:spcBef>
                          <a:spcPts val="0"/>
                        </a:spcBef>
                        <a:spcAft>
                          <a:spcPts val="0"/>
                        </a:spcAft>
                      </a:pPr>
                      <a:r>
                        <a:rPr lang="en-US" sz="1000" b="1">
                          <a:solidFill>
                            <a:srgbClr val="FFFF00"/>
                          </a:solidFill>
                          <a:effectLst/>
                          <a:latin typeface="Arial" panose="020B0604020202020204" pitchFamily="34" charset="0"/>
                          <a:ea typeface="Arial" panose="020B0604020202020204" pitchFamily="34" charset="0"/>
                          <a:cs typeface="Times New Roman" panose="02020603050405020304" pitchFamily="18" charset="0"/>
                        </a:rPr>
                        <a:t>Annual Premium*</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2585841470"/>
                  </a:ext>
                </a:extLst>
              </a:tr>
              <a:tr h="313807">
                <a:tc vMerge="1">
                  <a:txBody>
                    <a:bodyPr/>
                    <a:lstStyle/>
                    <a:p>
                      <a:endParaRPr lang="en-US"/>
                    </a:p>
                  </a:txBody>
                  <a:tcPr>
                    <a:lnT w="12700" cap="flat" cmpd="sng" algn="ctr">
                      <a:solidFill>
                        <a:srgbClr val="000000"/>
                      </a:solidFill>
                      <a:prstDash val="solid"/>
                      <a:round/>
                      <a:headEnd type="none" w="med" len="med"/>
                      <a:tailEnd type="none" w="med" len="med"/>
                    </a:lnT>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Dwelling</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Other Structure</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Personal Property</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Loss of Use</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Personal Liability</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Medical</a:t>
                      </a:r>
                    </a:p>
                    <a:p>
                      <a:pPr marL="0" marR="0" algn="ctr">
                        <a:spcBef>
                          <a:spcPts val="0"/>
                        </a:spcBef>
                        <a:spcAft>
                          <a:spcPts val="0"/>
                        </a:spcAft>
                      </a:pPr>
                      <a:r>
                        <a:rPr lang="en-US" sz="10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Payment</a:t>
                      </a:r>
                      <a:endPar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rPr>
                        <a:t>AOP</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rPr>
                        <a:t>Wind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000">
                          <a:solidFill>
                            <a:srgbClr val="FFFF00"/>
                          </a:solidFill>
                          <a:effectLst/>
                          <a:latin typeface="Arial" panose="020B0604020202020204" pitchFamily="34" charset="0"/>
                          <a:ea typeface="Arial" panose="020B0604020202020204" pitchFamily="34" charset="0"/>
                          <a:cs typeface="Times New Roman" panose="02020603050405020304" pitchFamily="18"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810166422"/>
                  </a:ext>
                </a:extLst>
              </a:tr>
              <a:tr h="526437">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Lloyd’s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1">
                          <a:effectLst/>
                          <a:latin typeface="Arial" panose="020B0604020202020204" pitchFamily="34" charset="0"/>
                          <a:ea typeface="Arial" panose="020B0604020202020204" pitchFamily="34" charset="0"/>
                          <a:cs typeface="Arial" panose="020B0604020202020204" pitchFamily="34" charset="0"/>
                        </a:rPr>
                        <a:t>$ 1,567,740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$ 156,774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$ 313,548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$ 156,774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1">
                          <a:effectLst/>
                          <a:latin typeface="Arial" panose="020B0604020202020204" pitchFamily="34" charset="0"/>
                          <a:ea typeface="Arial" panose="020B0604020202020204" pitchFamily="34" charset="0"/>
                          <a:cs typeface="Arial" panose="020B0604020202020204" pitchFamily="34" charset="0"/>
                        </a:rPr>
                        <a:t>$ 500,000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$ 5,000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$ 10,000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EXCL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000" b="0">
                          <a:effectLst/>
                          <a:latin typeface="Arial" panose="020B0604020202020204" pitchFamily="34" charset="0"/>
                          <a:ea typeface="Arial" panose="020B0604020202020204" pitchFamily="34" charset="0"/>
                          <a:cs typeface="Arial" panose="020B0604020202020204" pitchFamily="34" charset="0"/>
                        </a:rPr>
                        <a:t>$ 9,156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extLst>
                  <a:ext uri="{0D108BD9-81ED-4DB2-BD59-A6C34878D82A}">
                    <a16:rowId xmlns:a16="http://schemas.microsoft.com/office/drawing/2014/main" val="342775221"/>
                  </a:ext>
                </a:extLst>
              </a:tr>
            </a:tbl>
          </a:graphicData>
        </a:graphic>
      </p:graphicFrame>
      <p:sp>
        <p:nvSpPr>
          <p:cNvPr id="18" name="TextBox 17">
            <a:extLst>
              <a:ext uri="{FF2B5EF4-FFF2-40B4-BE49-F238E27FC236}">
                <a16:creationId xmlns:a16="http://schemas.microsoft.com/office/drawing/2014/main" id="{9C95D0CF-593D-A12B-0D5F-C89B3DC876D7}"/>
              </a:ext>
            </a:extLst>
          </p:cNvPr>
          <p:cNvSpPr txBox="1"/>
          <p:nvPr/>
        </p:nvSpPr>
        <p:spPr>
          <a:xfrm>
            <a:off x="616688" y="7506377"/>
            <a:ext cx="8059480" cy="369332"/>
          </a:xfrm>
          <a:prstGeom prst="rect">
            <a:avLst/>
          </a:prstGeom>
          <a:noFill/>
        </p:spPr>
        <p:txBody>
          <a:bodyPr wrap="square">
            <a:spAutoFit/>
          </a:bodyPr>
          <a:lstStyle/>
          <a:p>
            <a:pPr algn="l"/>
            <a:r>
              <a:rPr lang="en-US" cap="small">
                <a:solidFill>
                  <a:srgbClr val="002060"/>
                </a:solidFill>
                <a:highlight>
                  <a:srgbClr val="FFFF00"/>
                </a:highlight>
                <a:latin typeface="Quire Sans Bold" panose="020B0802040400020003" pitchFamily="34" charset="0"/>
                <a:ea typeface="Cambria" panose="02040503050406030204" pitchFamily="18" charset="0"/>
                <a:cs typeface="Quire Sans Bold" panose="020B0802040400020003" pitchFamily="34" charset="0"/>
              </a:rPr>
              <a:t>ADD ON – Flood</a:t>
            </a:r>
          </a:p>
        </p:txBody>
      </p:sp>
      <p:graphicFrame>
        <p:nvGraphicFramePr>
          <p:cNvPr id="20" name="Table 19">
            <a:extLst>
              <a:ext uri="{FF2B5EF4-FFF2-40B4-BE49-F238E27FC236}">
                <a16:creationId xmlns:a16="http://schemas.microsoft.com/office/drawing/2014/main" id="{E94E8F1D-BD20-C3FA-B4EF-660D93AC29F1}"/>
              </a:ext>
            </a:extLst>
          </p:cNvPr>
          <p:cNvGraphicFramePr>
            <a:graphicFrameLocks noGrp="1"/>
          </p:cNvGraphicFramePr>
          <p:nvPr>
            <p:extLst>
              <p:ext uri="{D42A27DB-BD31-4B8C-83A1-F6EECF244321}">
                <p14:modId xmlns:p14="http://schemas.microsoft.com/office/powerpoint/2010/main" val="2204758913"/>
              </p:ext>
            </p:extLst>
          </p:nvPr>
        </p:nvGraphicFramePr>
        <p:xfrm>
          <a:off x="1427227" y="7994512"/>
          <a:ext cx="6270493" cy="1133354"/>
        </p:xfrm>
        <a:graphic>
          <a:graphicData uri="http://schemas.openxmlformats.org/drawingml/2006/table">
            <a:tbl>
              <a:tblPr firstRow="1" firstCol="1" bandRow="1"/>
              <a:tblGrid>
                <a:gridCol w="2670950">
                  <a:extLst>
                    <a:ext uri="{9D8B030D-6E8A-4147-A177-3AD203B41FA5}">
                      <a16:colId xmlns:a16="http://schemas.microsoft.com/office/drawing/2014/main" val="2598251705"/>
                    </a:ext>
                  </a:extLst>
                </a:gridCol>
                <a:gridCol w="1971369">
                  <a:extLst>
                    <a:ext uri="{9D8B030D-6E8A-4147-A177-3AD203B41FA5}">
                      <a16:colId xmlns:a16="http://schemas.microsoft.com/office/drawing/2014/main" val="1225751585"/>
                    </a:ext>
                  </a:extLst>
                </a:gridCol>
                <a:gridCol w="1628174">
                  <a:extLst>
                    <a:ext uri="{9D8B030D-6E8A-4147-A177-3AD203B41FA5}">
                      <a16:colId xmlns:a16="http://schemas.microsoft.com/office/drawing/2014/main" val="603822629"/>
                    </a:ext>
                  </a:extLst>
                </a:gridCol>
              </a:tblGrid>
              <a:tr h="240174">
                <a:tc rowSpan="2">
                  <a:txBody>
                    <a:bodyPr/>
                    <a:lstStyle/>
                    <a:p>
                      <a:pPr marL="0" marR="0" algn="ctr">
                        <a:spcBef>
                          <a:spcPts val="0"/>
                        </a:spcBef>
                        <a:spcAft>
                          <a:spcPts val="0"/>
                        </a:spcAft>
                      </a:pPr>
                      <a:endParaRPr lang="en-US" sz="14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gridSpan="2">
                  <a:txBody>
                    <a:bodyPr/>
                    <a:lstStyle/>
                    <a:p>
                      <a:pPr marL="0" marR="0" algn="ctr">
                        <a:spcBef>
                          <a:spcPts val="0"/>
                        </a:spcBef>
                        <a:spcAft>
                          <a:spcPts val="0"/>
                        </a:spcAft>
                      </a:pPr>
                      <a:r>
                        <a:rPr lang="en-US" sz="1600" b="1">
                          <a:solidFill>
                            <a:srgbClr val="FFFF00"/>
                          </a:solidFill>
                          <a:effectLst/>
                          <a:latin typeface="Arial" panose="020B0604020202020204" pitchFamily="34" charset="0"/>
                          <a:ea typeface="Calibri" panose="020F0502020204030204" pitchFamily="34" charset="0"/>
                          <a:cs typeface="Times New Roman" panose="02020603050405020304" pitchFamily="18" charset="0"/>
                        </a:rPr>
                        <a:t>Limits of Coverage</a:t>
                      </a:r>
                      <a:endParaRPr lang="en-US" sz="1600">
                        <a:solidFill>
                          <a:srgbClr val="FFFF00"/>
                        </a:solidFill>
                        <a:effectLst/>
                        <a:latin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extLst>
                  <a:ext uri="{0D108BD9-81ED-4DB2-BD59-A6C34878D82A}">
                    <a16:rowId xmlns:a16="http://schemas.microsoft.com/office/drawing/2014/main" val="2585841470"/>
                  </a:ext>
                </a:extLst>
              </a:tr>
              <a:tr h="444757">
                <a:tc vMerge="1">
                  <a:txBody>
                    <a:bodyPr/>
                    <a:lstStyle/>
                    <a:p>
                      <a:endParaRPr lang="en-US"/>
                    </a:p>
                  </a:txBody>
                  <a:tcPr>
                    <a:lnT w="12700" cap="flat" cmpd="sng" algn="ctr">
                      <a:solidFill>
                        <a:srgbClr val="000000"/>
                      </a:solidFill>
                      <a:prstDash val="solid"/>
                      <a:round/>
                      <a:headEnd type="none" w="med" len="med"/>
                      <a:tailEnd type="none" w="med" len="med"/>
                    </a:lnT>
                  </a:tcPr>
                </a:tc>
                <a:tc>
                  <a:txBody>
                    <a:bodyPr/>
                    <a:lstStyle/>
                    <a:p>
                      <a:pPr marL="0" marR="0" algn="ctr">
                        <a:spcBef>
                          <a:spcPts val="0"/>
                        </a:spcBef>
                        <a:spcAft>
                          <a:spcPts val="0"/>
                        </a:spcAft>
                      </a:pPr>
                      <a:r>
                        <a:rPr lang="en-US" sz="14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$ 250,000</a:t>
                      </a:r>
                      <a:endParaRPr lang="en-US" sz="14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marL="0" marR="0" algn="ctr">
                        <a:spcBef>
                          <a:spcPts val="0"/>
                        </a:spcBef>
                        <a:spcAft>
                          <a:spcPts val="0"/>
                        </a:spcAft>
                      </a:pPr>
                      <a:r>
                        <a:rPr lang="en-US" sz="140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$ 1,670,000</a:t>
                      </a:r>
                      <a:endParaRPr lang="en-US" sz="1400">
                        <a:solidFill>
                          <a:srgbClr val="FFFF00"/>
                        </a:solidFill>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810166422"/>
                  </a:ext>
                </a:extLst>
              </a:tr>
              <a:tr h="444757">
                <a:tc>
                  <a:txBody>
                    <a:bodyPr/>
                    <a:lstStyle/>
                    <a:p>
                      <a:pPr marL="0" marR="0" algn="ctr">
                        <a:spcBef>
                          <a:spcPts val="0"/>
                        </a:spcBef>
                        <a:spcAft>
                          <a:spcPts val="0"/>
                        </a:spcAft>
                      </a:pPr>
                      <a:r>
                        <a:rPr lang="en-US" sz="1400" b="1">
                          <a:effectLst/>
                          <a:latin typeface="Arial" panose="020B0604020202020204" pitchFamily="34" charset="0"/>
                          <a:ea typeface="Arial" panose="020B0604020202020204" pitchFamily="34" charset="0"/>
                          <a:cs typeface="Arial" panose="020B0604020202020204" pitchFamily="34" charset="0"/>
                        </a:rPr>
                        <a:t>Annual Premium</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400" b="1">
                          <a:effectLst/>
                          <a:latin typeface="Arial" panose="020B0604020202020204" pitchFamily="34" charset="0"/>
                          <a:ea typeface="Arial" panose="020B0604020202020204" pitchFamily="34" charset="0"/>
                          <a:cs typeface="Arial" panose="020B0604020202020204" pitchFamily="34" charset="0"/>
                        </a:rPr>
                        <a:t>$ 1,143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tc>
                  <a:txBody>
                    <a:bodyPr/>
                    <a:lstStyle/>
                    <a:p>
                      <a:pPr marL="0" marR="0" algn="ctr">
                        <a:spcBef>
                          <a:spcPts val="0"/>
                        </a:spcBef>
                        <a:spcAft>
                          <a:spcPts val="0"/>
                        </a:spcAft>
                      </a:pPr>
                      <a:r>
                        <a:rPr lang="en-US" sz="1400" b="1">
                          <a:effectLst/>
                          <a:latin typeface="Arial" panose="020B0604020202020204" pitchFamily="34" charset="0"/>
                          <a:ea typeface="Arial" panose="020B0604020202020204" pitchFamily="34" charset="0"/>
                          <a:cs typeface="Arial" panose="020B0604020202020204" pitchFamily="34" charset="0"/>
                        </a:rPr>
                        <a:t>$ 3,473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DCE5"/>
                    </a:solidFill>
                  </a:tcPr>
                </a:tc>
                <a:extLst>
                  <a:ext uri="{0D108BD9-81ED-4DB2-BD59-A6C34878D82A}">
                    <a16:rowId xmlns:a16="http://schemas.microsoft.com/office/drawing/2014/main" val="342775221"/>
                  </a:ext>
                </a:extLst>
              </a:tr>
            </a:tbl>
          </a:graphicData>
        </a:graphic>
      </p:graphicFrame>
      <p:cxnSp>
        <p:nvCxnSpPr>
          <p:cNvPr id="21" name="Straight Connector 20">
            <a:extLst>
              <a:ext uri="{FF2B5EF4-FFF2-40B4-BE49-F238E27FC236}">
                <a16:creationId xmlns:a16="http://schemas.microsoft.com/office/drawing/2014/main" id="{F53F2E46-1DDB-4353-A140-A34E2B0E368A}"/>
              </a:ext>
            </a:extLst>
          </p:cNvPr>
          <p:cNvCxnSpPr>
            <a:cxnSpLocks/>
          </p:cNvCxnSpPr>
          <p:nvPr/>
        </p:nvCxnSpPr>
        <p:spPr>
          <a:xfrm>
            <a:off x="393463" y="7328423"/>
            <a:ext cx="8304028" cy="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F1534A7-2744-15B2-6378-82B9FAC11830}"/>
              </a:ext>
            </a:extLst>
          </p:cNvPr>
          <p:cNvSpPr txBox="1"/>
          <p:nvPr/>
        </p:nvSpPr>
        <p:spPr>
          <a:xfrm>
            <a:off x="1383031" y="1188532"/>
            <a:ext cx="7132320" cy="338554"/>
          </a:xfrm>
          <a:prstGeom prst="rect">
            <a:avLst/>
          </a:prstGeom>
          <a:noFill/>
          <a:ln w="25400">
            <a:solidFill>
              <a:srgbClr val="002060"/>
            </a:solidFill>
          </a:ln>
        </p:spPr>
        <p:txBody>
          <a:bodyPr wrap="square" rtlCol="0" anchor="ctr" anchorCtr="0">
            <a:spAutoFit/>
          </a:bodyPr>
          <a:lstStyle/>
          <a:p>
            <a:pPr>
              <a:spcBef>
                <a:spcPts val="0"/>
              </a:spcBef>
            </a:pPr>
            <a:r>
              <a:rPr lang="en-US" sz="1600" b="1">
                <a:latin typeface="Arial" panose="020B0604020202020204" pitchFamily="34" charset="0"/>
                <a:cs typeface="Arial" panose="020B0604020202020204" pitchFamily="34" charset="0"/>
              </a:rPr>
              <a:t>Holly White</a:t>
            </a:r>
          </a:p>
        </p:txBody>
      </p:sp>
      <p:pic>
        <p:nvPicPr>
          <p:cNvPr id="1026" name="Picture 2" descr="Chaucer targets APAC energy growth - Commercial Risk">
            <a:extLst>
              <a:ext uri="{FF2B5EF4-FFF2-40B4-BE49-F238E27FC236}">
                <a16:creationId xmlns:a16="http://schemas.microsoft.com/office/drawing/2014/main" id="{D39F420B-3583-A0CD-F66F-E23D0B52CE1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228" t="32435" r="20252" b="31701"/>
          <a:stretch>
            <a:fillRect/>
          </a:stretch>
        </p:blipFill>
        <p:spPr bwMode="auto">
          <a:xfrm>
            <a:off x="690535" y="4676251"/>
            <a:ext cx="1032489" cy="36291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haucer targets APAC energy growth - Commercial Risk">
            <a:extLst>
              <a:ext uri="{FF2B5EF4-FFF2-40B4-BE49-F238E27FC236}">
                <a16:creationId xmlns:a16="http://schemas.microsoft.com/office/drawing/2014/main" id="{CC176CAD-B835-BBD7-4A4D-8066E895AA9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228" t="32435" r="20252" b="31701"/>
          <a:stretch>
            <a:fillRect/>
          </a:stretch>
        </p:blipFill>
        <p:spPr bwMode="auto">
          <a:xfrm>
            <a:off x="690534" y="6540125"/>
            <a:ext cx="1032489" cy="362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662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5</a:t>
            </a:fld>
            <a:endParaRPr lang="en-US"/>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3790C9C1-8B8B-FFFD-8C46-12798D4F76B2}"/>
              </a:ext>
            </a:extLst>
          </p:cNvPr>
          <p:cNvSpPr txBox="1"/>
          <p:nvPr/>
        </p:nvSpPr>
        <p:spPr>
          <a:xfrm>
            <a:off x="921311" y="2211160"/>
            <a:ext cx="4801314" cy="369332"/>
          </a:xfrm>
          <a:prstGeom prst="rect">
            <a:avLst/>
          </a:prstGeom>
          <a:noFill/>
        </p:spPr>
        <p:txBody>
          <a:bodyPr wrap="none" rtlCol="0">
            <a:spAutoFit/>
          </a:bodyPr>
          <a:lstStyle/>
          <a:p>
            <a:r>
              <a:rPr lang="en-US" cap="small">
                <a:solidFill>
                  <a:srgbClr val="002060"/>
                </a:solidFill>
                <a:latin typeface="Quire Sans Bold" panose="020B0802040400020003" pitchFamily="34" charset="0"/>
                <a:ea typeface="Cambria" panose="02040503050406030204" pitchFamily="18" charset="0"/>
                <a:cs typeface="Quire Sans Bold" panose="020B0802040400020003" pitchFamily="34" charset="0"/>
              </a:rPr>
              <a:t>Premium Summary – HO3 Homeowners	</a:t>
            </a:r>
          </a:p>
        </p:txBody>
      </p:sp>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a:solidFill>
                  <a:srgbClr val="0000FF"/>
                </a:solidFill>
                <a:effectLst/>
                <a:latin typeface="Arial" panose="020B0604020202020204" pitchFamily="34" charset="0"/>
                <a:ea typeface="Arial" panose="020B0604020202020204" pitchFamily="34" charset="0"/>
                <a:hlinkClick r:id="rId3"/>
              </a:rPr>
              <a:t>www.atlanticsr.com</a:t>
            </a:r>
            <a:r>
              <a:rPr lang="en-US" sz="800" spc="200">
                <a:solidFill>
                  <a:srgbClr val="0462C1"/>
                </a:solidFill>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a:t>
            </a:r>
            <a:r>
              <a:rPr lang="en-US" sz="800" spc="-15">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FL</a:t>
            </a:r>
            <a:r>
              <a:rPr lang="en-US" sz="800" spc="-2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License</a:t>
            </a:r>
            <a:r>
              <a:rPr lang="en-US" sz="800" spc="-3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#L106686</a:t>
            </a:r>
          </a:p>
        </p:txBody>
      </p:sp>
      <p:graphicFrame>
        <p:nvGraphicFramePr>
          <p:cNvPr id="2" name="Table 1">
            <a:extLst>
              <a:ext uri="{FF2B5EF4-FFF2-40B4-BE49-F238E27FC236}">
                <a16:creationId xmlns:a16="http://schemas.microsoft.com/office/drawing/2014/main" id="{16083870-9BD5-EB32-1C25-8B8DEF29F03E}"/>
              </a:ext>
            </a:extLst>
          </p:cNvPr>
          <p:cNvGraphicFramePr>
            <a:graphicFrameLocks noGrp="1"/>
          </p:cNvGraphicFramePr>
          <p:nvPr>
            <p:extLst>
              <p:ext uri="{D42A27DB-BD31-4B8C-83A1-F6EECF244321}">
                <p14:modId xmlns:p14="http://schemas.microsoft.com/office/powerpoint/2010/main" val="1263742176"/>
              </p:ext>
            </p:extLst>
          </p:nvPr>
        </p:nvGraphicFramePr>
        <p:xfrm>
          <a:off x="421929" y="2999047"/>
          <a:ext cx="7992586" cy="1263031"/>
        </p:xfrm>
        <a:graphic>
          <a:graphicData uri="http://schemas.openxmlformats.org/drawingml/2006/table">
            <a:tbl>
              <a:tblPr firstRow="1" bandRow="1">
                <a:tableStyleId>{5C22544A-7EE6-4342-B048-85BDC9FD1C3A}</a:tableStyleId>
              </a:tblPr>
              <a:tblGrid>
                <a:gridCol w="1484216">
                  <a:extLst>
                    <a:ext uri="{9D8B030D-6E8A-4147-A177-3AD203B41FA5}">
                      <a16:colId xmlns:a16="http://schemas.microsoft.com/office/drawing/2014/main" val="1106411930"/>
                    </a:ext>
                  </a:extLst>
                </a:gridCol>
                <a:gridCol w="1301674">
                  <a:extLst>
                    <a:ext uri="{9D8B030D-6E8A-4147-A177-3AD203B41FA5}">
                      <a16:colId xmlns:a16="http://schemas.microsoft.com/office/drawing/2014/main" val="3430432762"/>
                    </a:ext>
                  </a:extLst>
                </a:gridCol>
                <a:gridCol w="1301674">
                  <a:extLst>
                    <a:ext uri="{9D8B030D-6E8A-4147-A177-3AD203B41FA5}">
                      <a16:colId xmlns:a16="http://schemas.microsoft.com/office/drawing/2014/main" val="1778484598"/>
                    </a:ext>
                  </a:extLst>
                </a:gridCol>
                <a:gridCol w="1301674">
                  <a:extLst>
                    <a:ext uri="{9D8B030D-6E8A-4147-A177-3AD203B41FA5}">
                      <a16:colId xmlns:a16="http://schemas.microsoft.com/office/drawing/2014/main" val="3986264533"/>
                    </a:ext>
                  </a:extLst>
                </a:gridCol>
                <a:gridCol w="1301674">
                  <a:extLst>
                    <a:ext uri="{9D8B030D-6E8A-4147-A177-3AD203B41FA5}">
                      <a16:colId xmlns:a16="http://schemas.microsoft.com/office/drawing/2014/main" val="944116690"/>
                    </a:ext>
                  </a:extLst>
                </a:gridCol>
                <a:gridCol w="1301674">
                  <a:extLst>
                    <a:ext uri="{9D8B030D-6E8A-4147-A177-3AD203B41FA5}">
                      <a16:colId xmlns:a16="http://schemas.microsoft.com/office/drawing/2014/main" val="1277193377"/>
                    </a:ext>
                  </a:extLst>
                </a:gridCol>
              </a:tblGrid>
              <a:tr h="370840">
                <a:tc>
                  <a:txBody>
                    <a:bodyPr/>
                    <a:lstStyle/>
                    <a:p>
                      <a:pPr algn="l"/>
                      <a:r>
                        <a:rPr lang="en-US" sz="1200">
                          <a:solidFill>
                            <a:srgbClr val="FFFF00"/>
                          </a:solidFill>
                          <a:latin typeface="Arial" panose="020B0604020202020204" pitchFamily="34" charset="0"/>
                          <a:cs typeface="Arial" panose="020B0604020202020204" pitchFamily="34" charset="0"/>
                        </a:rPr>
                        <a:t>Coverage 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solidFill>
                            <a:srgbClr val="FFFF00"/>
                          </a:solidFill>
                          <a:latin typeface="Arial" panose="020B0604020202020204" pitchFamily="34" charset="0"/>
                          <a:cs typeface="Arial" panose="020B0604020202020204" pitchFamily="34" charset="0"/>
                        </a:rPr>
                        <a:t>Effective 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solidFill>
                            <a:srgbClr val="FFFF00"/>
                          </a:solidFill>
                          <a:latin typeface="Arial" panose="020B0604020202020204" pitchFamily="34" charset="0"/>
                          <a:cs typeface="Arial" panose="020B0604020202020204" pitchFamily="34" charset="0"/>
                        </a:rPr>
                        <a:t>Prior </a:t>
                      </a:r>
                    </a:p>
                    <a:p>
                      <a:pPr algn="ctr"/>
                      <a:r>
                        <a:rPr lang="en-US" sz="1200">
                          <a:solidFill>
                            <a:srgbClr val="FFFF00"/>
                          </a:solidFill>
                          <a:latin typeface="Arial" panose="020B0604020202020204" pitchFamily="34" charset="0"/>
                          <a:cs typeface="Arial" panose="020B0604020202020204" pitchFamily="34" charset="0"/>
                        </a:rPr>
                        <a:t>Carrier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solidFill>
                            <a:srgbClr val="FFFF00"/>
                          </a:solidFill>
                          <a:latin typeface="Arial" panose="020B0604020202020204" pitchFamily="34" charset="0"/>
                          <a:cs typeface="Arial" panose="020B0604020202020204" pitchFamily="34" charset="0"/>
                        </a:rPr>
                        <a:t>Expiring Premium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solidFill>
                            <a:srgbClr val="FFFF00"/>
                          </a:solidFill>
                          <a:latin typeface="Arial" panose="020B0604020202020204" pitchFamily="34" charset="0"/>
                          <a:cs typeface="Arial" panose="020B0604020202020204" pitchFamily="34" charset="0"/>
                        </a:rPr>
                        <a:t>Proposed Carrier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solidFill>
                            <a:srgbClr val="FFFF00"/>
                          </a:solidFill>
                          <a:latin typeface="Arial" panose="020B0604020202020204" pitchFamily="34" charset="0"/>
                          <a:cs typeface="Arial" panose="020B0604020202020204" pitchFamily="34" charset="0"/>
                        </a:rPr>
                        <a:t>Proposed Premium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700339133"/>
                  </a:ext>
                </a:extLst>
              </a:tr>
              <a:tr h="434991">
                <a:tc>
                  <a:txBody>
                    <a:bodyPr/>
                    <a:lstStyle/>
                    <a:p>
                      <a:r>
                        <a:rPr lang="en-US" sz="1200">
                          <a:latin typeface="Arial" panose="020B0604020202020204" pitchFamily="34" charset="0"/>
                          <a:cs typeface="Arial" panose="020B0604020202020204" pitchFamily="34" charset="0"/>
                        </a:rPr>
                        <a:t>HO-3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latin typeface="Arial" panose="020B0604020202020204" pitchFamily="34" charset="0"/>
                          <a:cs typeface="Arial" panose="020B0604020202020204" pitchFamily="34" charset="0"/>
                        </a:rPr>
                        <a:t>7/18/2026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indent="0" algn="ctr"/>
                      <a:r>
                        <a:rPr lang="en-US" sz="1200">
                          <a:latin typeface="Arial" panose="020B0604020202020204" pitchFamily="34" charset="0"/>
                          <a:cs typeface="Arial" panose="020B0604020202020204" pitchFamily="34" charset="0"/>
                        </a:rPr>
                        <a:t>Chaucer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latin typeface="Arial" panose="020B0604020202020204" pitchFamily="34" charset="0"/>
                          <a:cs typeface="Arial" panose="020B0604020202020204" pitchFamily="34" charset="0"/>
                        </a:rPr>
                        <a:t>$ 9,218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indent="0" algn="ctr"/>
                      <a:r>
                        <a:rPr lang="en-US" sz="1200">
                          <a:latin typeface="Arial" panose="020B0604020202020204" pitchFamily="34" charset="0"/>
                          <a:cs typeface="Arial" panose="020B0604020202020204" pitchFamily="34" charset="0"/>
                        </a:rPr>
                        <a:t>Chaucer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a:latin typeface="Arial" panose="020B0604020202020204" pitchFamily="34" charset="0"/>
                          <a:cs typeface="Arial" panose="020B0604020202020204" pitchFamily="34" charset="0"/>
                        </a:rPr>
                        <a:t>$ 9,156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0599891"/>
                  </a:ext>
                </a:extLst>
              </a:tr>
              <a:tr h="370840">
                <a:tc gridSpan="3">
                  <a:txBody>
                    <a:bodyPr/>
                    <a:lstStyle/>
                    <a:p>
                      <a:r>
                        <a:rPr lang="en-US" sz="1200" b="1">
                          <a:latin typeface="Arial" panose="020B0604020202020204" pitchFamily="34" charset="0"/>
                          <a:cs typeface="Arial" panose="020B0604020202020204" pitchFamily="34" charset="0"/>
                        </a:rPr>
                        <a:t>Total Premium – 12 month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sz="11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1">
                          <a:latin typeface="Arial" panose="020B0604020202020204" pitchFamily="34" charset="0"/>
                          <a:cs typeface="Arial" panose="020B0604020202020204" pitchFamily="34" charset="0"/>
                        </a:rPr>
                        <a:t>$ 9,156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4441443"/>
                  </a:ext>
                </a:extLst>
              </a:tr>
            </a:tbl>
          </a:graphicData>
        </a:graphic>
      </p:graphicFrame>
      <p:sp>
        <p:nvSpPr>
          <p:cNvPr id="13" name="TextBox 12">
            <a:extLst>
              <a:ext uri="{FF2B5EF4-FFF2-40B4-BE49-F238E27FC236}">
                <a16:creationId xmlns:a16="http://schemas.microsoft.com/office/drawing/2014/main" id="{08750BAE-7E1D-9D59-AC54-F79EFE62DE56}"/>
              </a:ext>
            </a:extLst>
          </p:cNvPr>
          <p:cNvSpPr txBox="1"/>
          <p:nvPr/>
        </p:nvSpPr>
        <p:spPr>
          <a:xfrm>
            <a:off x="921311" y="4499409"/>
            <a:ext cx="4044697" cy="369332"/>
          </a:xfrm>
          <a:prstGeom prst="rect">
            <a:avLst/>
          </a:prstGeom>
          <a:noFill/>
        </p:spPr>
        <p:txBody>
          <a:bodyPr wrap="none" rtlCol="0">
            <a:spAutoFit/>
          </a:bodyPr>
          <a:lstStyle/>
          <a:p>
            <a:r>
              <a:rPr lang="en-US" cap="small">
                <a:solidFill>
                  <a:srgbClr val="002060"/>
                </a:solidFill>
                <a:latin typeface="Quire Sans Bold" panose="020B0802040400020003" pitchFamily="34" charset="0"/>
                <a:ea typeface="Cambria" panose="02040503050406030204" pitchFamily="18" charset="0"/>
                <a:cs typeface="Quire Sans Bold" panose="020B0802040400020003" pitchFamily="34" charset="0"/>
              </a:rPr>
              <a:t>Proposed Carrier Financial Strength</a:t>
            </a:r>
          </a:p>
        </p:txBody>
      </p:sp>
      <p:graphicFrame>
        <p:nvGraphicFramePr>
          <p:cNvPr id="14" name="Table 13">
            <a:extLst>
              <a:ext uri="{FF2B5EF4-FFF2-40B4-BE49-F238E27FC236}">
                <a16:creationId xmlns:a16="http://schemas.microsoft.com/office/drawing/2014/main" id="{91F8ED24-C1A4-032A-72E9-3790297CCF9F}"/>
              </a:ext>
            </a:extLst>
          </p:cNvPr>
          <p:cNvGraphicFramePr>
            <a:graphicFrameLocks noGrp="1"/>
          </p:cNvGraphicFramePr>
          <p:nvPr>
            <p:extLst>
              <p:ext uri="{D42A27DB-BD31-4B8C-83A1-F6EECF244321}">
                <p14:modId xmlns:p14="http://schemas.microsoft.com/office/powerpoint/2010/main" val="4081657448"/>
              </p:ext>
            </p:extLst>
          </p:nvPr>
        </p:nvGraphicFramePr>
        <p:xfrm>
          <a:off x="425303" y="4997407"/>
          <a:ext cx="7992586" cy="645160"/>
        </p:xfrm>
        <a:graphic>
          <a:graphicData uri="http://schemas.openxmlformats.org/drawingml/2006/table">
            <a:tbl>
              <a:tblPr firstRow="1" bandRow="1">
                <a:tableStyleId>{5C22544A-7EE6-4342-B048-85BDC9FD1C3A}</a:tableStyleId>
              </a:tblPr>
              <a:tblGrid>
                <a:gridCol w="3020237">
                  <a:extLst>
                    <a:ext uri="{9D8B030D-6E8A-4147-A177-3AD203B41FA5}">
                      <a16:colId xmlns:a16="http://schemas.microsoft.com/office/drawing/2014/main" val="1106411930"/>
                    </a:ext>
                  </a:extLst>
                </a:gridCol>
                <a:gridCol w="2872499">
                  <a:extLst>
                    <a:ext uri="{9D8B030D-6E8A-4147-A177-3AD203B41FA5}">
                      <a16:colId xmlns:a16="http://schemas.microsoft.com/office/drawing/2014/main" val="3430432762"/>
                    </a:ext>
                  </a:extLst>
                </a:gridCol>
                <a:gridCol w="2099850">
                  <a:extLst>
                    <a:ext uri="{9D8B030D-6E8A-4147-A177-3AD203B41FA5}">
                      <a16:colId xmlns:a16="http://schemas.microsoft.com/office/drawing/2014/main" val="1778484598"/>
                    </a:ext>
                  </a:extLst>
                </a:gridCol>
              </a:tblGrid>
              <a:tr h="370840">
                <a:tc>
                  <a:txBody>
                    <a:bodyPr/>
                    <a:lstStyle/>
                    <a:p>
                      <a:pPr algn="l"/>
                      <a:r>
                        <a:rPr lang="en-US" sz="1200">
                          <a:solidFill>
                            <a:srgbClr val="FFFF00"/>
                          </a:solidFill>
                          <a:latin typeface="Arial" panose="020B0604020202020204" pitchFamily="34" charset="0"/>
                          <a:cs typeface="Arial" panose="020B0604020202020204" pitchFamily="34" charset="0"/>
                        </a:rPr>
                        <a:t>Coverage 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solidFill>
                            <a:srgbClr val="FFFF00"/>
                          </a:solidFill>
                          <a:latin typeface="Arial" panose="020B0604020202020204" pitchFamily="34" charset="0"/>
                          <a:cs typeface="Arial" panose="020B0604020202020204" pitchFamily="34" charset="0"/>
                        </a:rPr>
                        <a:t>Carrier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solidFill>
                            <a:srgbClr val="FFFF00"/>
                          </a:solidFill>
                          <a:latin typeface="Arial" panose="020B0604020202020204" pitchFamily="34" charset="0"/>
                          <a:cs typeface="Arial" panose="020B0604020202020204" pitchFamily="34" charset="0"/>
                        </a:rPr>
                        <a:t>AM BEST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700339133"/>
                  </a:ext>
                </a:extLst>
              </a:tr>
              <a:tr h="0">
                <a:tc>
                  <a:txBody>
                    <a:bodyPr/>
                    <a:lstStyle/>
                    <a:p>
                      <a:r>
                        <a:rPr lang="en-US" sz="1200">
                          <a:latin typeface="Arial" panose="020B0604020202020204" pitchFamily="34" charset="0"/>
                          <a:cs typeface="Arial" panose="020B0604020202020204" pitchFamily="34" charset="0"/>
                        </a:rPr>
                        <a:t>HO-3 Homeowners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indent="0" algn="ctr"/>
                      <a:r>
                        <a:rPr lang="en-US" sz="1200">
                          <a:latin typeface="Arial" panose="020B0604020202020204" pitchFamily="34" charset="0"/>
                          <a:cs typeface="Arial" panose="020B0604020202020204" pitchFamily="34" charset="0"/>
                        </a:rPr>
                        <a:t>Chaucer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latin typeface="Arial" panose="020B0604020202020204" pitchFamily="34" charset="0"/>
                          <a:cs typeface="Arial" panose="020B0604020202020204" pitchFamily="34" charset="0"/>
                        </a:rPr>
                        <a:t>A (Excellent)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0599891"/>
                  </a:ext>
                </a:extLst>
              </a:tr>
            </a:tbl>
          </a:graphicData>
        </a:graphic>
      </p:graphicFrame>
      <p:sp>
        <p:nvSpPr>
          <p:cNvPr id="3" name="TextBox 2">
            <a:extLst>
              <a:ext uri="{FF2B5EF4-FFF2-40B4-BE49-F238E27FC236}">
                <a16:creationId xmlns:a16="http://schemas.microsoft.com/office/drawing/2014/main" id="{61620E83-356B-E798-C320-0A582533FB63}"/>
              </a:ext>
            </a:extLst>
          </p:cNvPr>
          <p:cNvSpPr txBox="1"/>
          <p:nvPr/>
        </p:nvSpPr>
        <p:spPr>
          <a:xfrm>
            <a:off x="921311" y="5785871"/>
            <a:ext cx="2157963" cy="369332"/>
          </a:xfrm>
          <a:prstGeom prst="rect">
            <a:avLst/>
          </a:prstGeom>
          <a:noFill/>
        </p:spPr>
        <p:txBody>
          <a:bodyPr wrap="none" rtlCol="0">
            <a:spAutoFit/>
          </a:bodyPr>
          <a:lstStyle/>
          <a:p>
            <a:r>
              <a:rPr lang="en-US" cap="small">
                <a:solidFill>
                  <a:srgbClr val="002060"/>
                </a:solidFill>
                <a:latin typeface="Quire Sans Bold" panose="020B0802040400020003" pitchFamily="34" charset="0"/>
                <a:ea typeface="Cambria" panose="02040503050406030204" pitchFamily="18" charset="0"/>
                <a:cs typeface="Quire Sans Bold" panose="020B0802040400020003" pitchFamily="34" charset="0"/>
              </a:rPr>
              <a:t>Additional Insured</a:t>
            </a:r>
          </a:p>
        </p:txBody>
      </p:sp>
      <p:graphicFrame>
        <p:nvGraphicFramePr>
          <p:cNvPr id="4" name="Table 3">
            <a:extLst>
              <a:ext uri="{FF2B5EF4-FFF2-40B4-BE49-F238E27FC236}">
                <a16:creationId xmlns:a16="http://schemas.microsoft.com/office/drawing/2014/main" id="{8E84A7F5-4F95-3469-1090-3D2BB6BE1726}"/>
              </a:ext>
            </a:extLst>
          </p:cNvPr>
          <p:cNvGraphicFramePr>
            <a:graphicFrameLocks noGrp="1"/>
          </p:cNvGraphicFramePr>
          <p:nvPr>
            <p:extLst>
              <p:ext uri="{D42A27DB-BD31-4B8C-83A1-F6EECF244321}">
                <p14:modId xmlns:p14="http://schemas.microsoft.com/office/powerpoint/2010/main" val="2054105270"/>
              </p:ext>
            </p:extLst>
          </p:nvPr>
        </p:nvGraphicFramePr>
        <p:xfrm>
          <a:off x="425302" y="6298507"/>
          <a:ext cx="8003858" cy="645160"/>
        </p:xfrm>
        <a:graphic>
          <a:graphicData uri="http://schemas.openxmlformats.org/drawingml/2006/table">
            <a:tbl>
              <a:tblPr firstRow="1" bandRow="1">
                <a:tableStyleId>{5C22544A-7EE6-4342-B048-85BDC9FD1C3A}</a:tableStyleId>
              </a:tblPr>
              <a:tblGrid>
                <a:gridCol w="2200940">
                  <a:extLst>
                    <a:ext uri="{9D8B030D-6E8A-4147-A177-3AD203B41FA5}">
                      <a16:colId xmlns:a16="http://schemas.microsoft.com/office/drawing/2014/main" val="1106411930"/>
                    </a:ext>
                  </a:extLst>
                </a:gridCol>
                <a:gridCol w="1413211">
                  <a:extLst>
                    <a:ext uri="{9D8B030D-6E8A-4147-A177-3AD203B41FA5}">
                      <a16:colId xmlns:a16="http://schemas.microsoft.com/office/drawing/2014/main" val="3430432762"/>
                    </a:ext>
                  </a:extLst>
                </a:gridCol>
                <a:gridCol w="1465997">
                  <a:extLst>
                    <a:ext uri="{9D8B030D-6E8A-4147-A177-3AD203B41FA5}">
                      <a16:colId xmlns:a16="http://schemas.microsoft.com/office/drawing/2014/main" val="3145549538"/>
                    </a:ext>
                  </a:extLst>
                </a:gridCol>
                <a:gridCol w="1151469">
                  <a:extLst>
                    <a:ext uri="{9D8B030D-6E8A-4147-A177-3AD203B41FA5}">
                      <a16:colId xmlns:a16="http://schemas.microsoft.com/office/drawing/2014/main" val="1778484598"/>
                    </a:ext>
                  </a:extLst>
                </a:gridCol>
                <a:gridCol w="1772241">
                  <a:extLst>
                    <a:ext uri="{9D8B030D-6E8A-4147-A177-3AD203B41FA5}">
                      <a16:colId xmlns:a16="http://schemas.microsoft.com/office/drawing/2014/main" val="2625531383"/>
                    </a:ext>
                  </a:extLst>
                </a:gridCol>
              </a:tblGrid>
              <a:tr h="370840">
                <a:tc>
                  <a:txBody>
                    <a:bodyPr/>
                    <a:lstStyle/>
                    <a:p>
                      <a:pPr algn="l"/>
                      <a:r>
                        <a:rPr lang="en-US" sz="1200">
                          <a:solidFill>
                            <a:srgbClr val="FFFF00"/>
                          </a:solidFill>
                          <a:latin typeface="Arial" panose="020B0604020202020204" pitchFamily="34" charset="0"/>
                          <a:cs typeface="Arial" panose="020B0604020202020204" pitchFamily="34" charset="0"/>
                        </a:rPr>
                        <a:t>Entity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solidFill>
                            <a:srgbClr val="FFFF00"/>
                          </a:solidFill>
                          <a:latin typeface="Arial" panose="020B0604020202020204" pitchFamily="34" charset="0"/>
                          <a:cs typeface="Arial" panose="020B0604020202020204" pitchFamily="34" charset="0"/>
                        </a:rPr>
                        <a:t>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solidFill>
                            <a:srgbClr val="FFFF00"/>
                          </a:solidFill>
                          <a:latin typeface="Arial" panose="020B0604020202020204" pitchFamily="34" charset="0"/>
                          <a:cs typeface="Arial" panose="020B0604020202020204" pitchFamily="34" charset="0"/>
                        </a:rPr>
                        <a:t>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solidFill>
                            <a:srgbClr val="FFFF00"/>
                          </a:solidFill>
                          <a:latin typeface="Arial" panose="020B0604020202020204" pitchFamily="34" charset="0"/>
                          <a:cs typeface="Arial" panose="020B0604020202020204" pitchFamily="34" charset="0"/>
                        </a:rPr>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solidFill>
                            <a:srgbClr val="FFFF00"/>
                          </a:solidFill>
                          <a:latin typeface="Arial" panose="020B0604020202020204" pitchFamily="34" charset="0"/>
                          <a:cs typeface="Arial" panose="020B0604020202020204" pitchFamily="34" charset="0"/>
                        </a:rPr>
                        <a:t>Zip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700339133"/>
                  </a:ext>
                </a:extLst>
              </a:tr>
              <a:tr h="0">
                <a:tc>
                  <a:txBody>
                    <a:bodyPr/>
                    <a:lstStyle/>
                    <a:p>
                      <a:r>
                        <a:rPr lang="en-US" sz="1200">
                          <a:latin typeface="Arial" panose="020B0604020202020204" pitchFamily="34" charset="0"/>
                          <a:cs typeface="Arial" panose="020B0604020202020204" pitchFamily="34" charset="0"/>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indent="0" algn="ctr"/>
                      <a:endParaRPr lang="en-US"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0599891"/>
                  </a:ext>
                </a:extLst>
              </a:tr>
            </a:tbl>
          </a:graphicData>
        </a:graphic>
      </p:graphicFrame>
      <p:sp>
        <p:nvSpPr>
          <p:cNvPr id="6" name="TextBox 5">
            <a:extLst>
              <a:ext uri="{FF2B5EF4-FFF2-40B4-BE49-F238E27FC236}">
                <a16:creationId xmlns:a16="http://schemas.microsoft.com/office/drawing/2014/main" id="{279E3BFB-4293-AE9F-10D1-44BE4C432A30}"/>
              </a:ext>
            </a:extLst>
          </p:cNvPr>
          <p:cNvSpPr txBox="1"/>
          <p:nvPr/>
        </p:nvSpPr>
        <p:spPr>
          <a:xfrm>
            <a:off x="375077" y="7470337"/>
            <a:ext cx="8093035" cy="4339650"/>
          </a:xfrm>
          <a:prstGeom prst="rect">
            <a:avLst/>
          </a:prstGeom>
          <a:noFill/>
        </p:spPr>
        <p:txBody>
          <a:bodyPr wrap="square" rtlCol="0">
            <a:spAutoFit/>
          </a:bodyPr>
          <a:lstStyle/>
          <a:p>
            <a:r>
              <a:rPr lang="en-US"/>
              <a:t>DEFINITIONS AND OTHER INFORMATION: </a:t>
            </a:r>
          </a:p>
          <a:p>
            <a:endParaRPr lang="en-US" sz="900">
              <a:latin typeface="Arial" panose="020B0604020202020204" pitchFamily="34" charset="0"/>
              <a:cs typeface="Arial" panose="020B0604020202020204" pitchFamily="34" charset="0"/>
            </a:endParaRPr>
          </a:p>
          <a:p>
            <a:r>
              <a:rPr lang="en-US" sz="900">
                <a:latin typeface="Arial" panose="020B0604020202020204" pitchFamily="34" charset="0"/>
                <a:cs typeface="Arial" panose="020B0604020202020204" pitchFamily="34" charset="0"/>
              </a:rPr>
              <a:t>Coverage Detail Cause of Loss: Against RISK OF DIRECT PHYSICAL LOSS to property for nearly all perils except a few such as earthquake, flood, nuclear contaminations, wear and tear, and war risk. The advantage of this form is that the insurance company must prove that a loss is specifically excluded Non-Special deny coverage under the policy. </a:t>
            </a:r>
          </a:p>
          <a:p>
            <a:endParaRPr lang="en-US" sz="900">
              <a:latin typeface="Arial" panose="020B0604020202020204" pitchFamily="34" charset="0"/>
              <a:cs typeface="Arial" panose="020B0604020202020204" pitchFamily="34" charset="0"/>
            </a:endParaRPr>
          </a:p>
          <a:p>
            <a:r>
              <a:rPr lang="en-US" sz="900">
                <a:latin typeface="Arial" panose="020B0604020202020204" pitchFamily="34" charset="0"/>
                <a:cs typeface="Arial" panose="020B0604020202020204" pitchFamily="34" charset="0"/>
              </a:rPr>
              <a:t>Valuation:	AA – Agreed Value</a:t>
            </a:r>
          </a:p>
          <a:p>
            <a:r>
              <a:rPr lang="en-US" sz="900">
                <a:latin typeface="Arial" panose="020B0604020202020204" pitchFamily="34" charset="0"/>
                <a:cs typeface="Arial" panose="020B0604020202020204" pitchFamily="34" charset="0"/>
              </a:rPr>
              <a:t>	ACV – Actual Cash Value</a:t>
            </a:r>
          </a:p>
          <a:p>
            <a:r>
              <a:rPr lang="en-US" sz="900">
                <a:latin typeface="Arial" panose="020B0604020202020204" pitchFamily="34" charset="0"/>
                <a:cs typeface="Arial" panose="020B0604020202020204" pitchFamily="34" charset="0"/>
              </a:rPr>
              <a:t>	RC – Replacement Cost</a:t>
            </a:r>
          </a:p>
          <a:p>
            <a:endParaRPr lang="en-US" sz="900">
              <a:latin typeface="Arial" panose="020B0604020202020204" pitchFamily="34" charset="0"/>
              <a:cs typeface="Arial" panose="020B0604020202020204" pitchFamily="34" charset="0"/>
            </a:endParaRPr>
          </a:p>
          <a:p>
            <a:r>
              <a:rPr lang="en-US" sz="900">
                <a:latin typeface="Arial" panose="020B0604020202020204" pitchFamily="34" charset="0"/>
                <a:cs typeface="Arial" panose="020B0604020202020204" pitchFamily="34" charset="0"/>
              </a:rPr>
              <a:t>Definitions:	AOP – All Other Perils			CYHD – Calendar Year Hurricane Deductible</a:t>
            </a:r>
          </a:p>
          <a:p>
            <a:r>
              <a:rPr lang="en-US" sz="900">
                <a:latin typeface="Arial" panose="020B0604020202020204" pitchFamily="34" charset="0"/>
                <a:cs typeface="Arial" panose="020B0604020202020204" pitchFamily="34" charset="0"/>
              </a:rPr>
              <a:t>	HURR – Hurricane Deductible			NS – Named Storm</a:t>
            </a:r>
          </a:p>
          <a:p>
            <a:r>
              <a:rPr lang="en-US" sz="900">
                <a:latin typeface="Arial" panose="020B0604020202020204" pitchFamily="34" charset="0"/>
                <a:cs typeface="Arial" panose="020B0604020202020204" pitchFamily="34" charset="0"/>
              </a:rPr>
              <a:t>	X-Wind – Excluding Wind &amp; Hail			UIM – Uninsured Motorist</a:t>
            </a:r>
          </a:p>
          <a:p>
            <a:r>
              <a:rPr lang="en-US" sz="900">
                <a:latin typeface="Arial" panose="020B0604020202020204" pitchFamily="34" charset="0"/>
                <a:cs typeface="Arial" panose="020B0604020202020204" pitchFamily="34" charset="0"/>
              </a:rPr>
              <a:t>	W&amp;H – Wind &amp; Hail			PIP – Personal Injury Protection	</a:t>
            </a:r>
          </a:p>
          <a:p>
            <a:r>
              <a:rPr lang="en-US" sz="900">
                <a:latin typeface="Arial" panose="020B0604020202020204" pitchFamily="34" charset="0"/>
                <a:cs typeface="Arial" panose="020B0604020202020204" pitchFamily="34" charset="0"/>
              </a:rPr>
              <a:t>	BI – Bodily Injury</a:t>
            </a:r>
          </a:p>
          <a:p>
            <a:endParaRPr lang="en-US" sz="900">
              <a:latin typeface="Arial" panose="020B0604020202020204" pitchFamily="34" charset="0"/>
              <a:cs typeface="Arial" panose="020B0604020202020204" pitchFamily="34" charset="0"/>
            </a:endParaRPr>
          </a:p>
          <a:p>
            <a:r>
              <a:rPr lang="en-US" sz="900" b="1" u="sng">
                <a:latin typeface="Arial" panose="020B0604020202020204" pitchFamily="34" charset="0"/>
                <a:cs typeface="Arial" panose="020B0604020202020204" pitchFamily="34" charset="0"/>
              </a:rPr>
              <a:t>Property Coinsurance</a:t>
            </a:r>
            <a:r>
              <a:rPr lang="en-US" sz="900">
                <a:latin typeface="Arial" panose="020B0604020202020204" pitchFamily="34" charset="0"/>
                <a:cs typeface="Arial" panose="020B0604020202020204" pitchFamily="34" charset="0"/>
              </a:rPr>
              <a:t>: Most property insurance policies contain a coinsurance clause. In exchange for a reduced rate, the insured agrees to carry at least the stated percentage of insurance to the total insurable value of the property. If, at the time of loss, the amount of insurance carried is less than this percentage, the loss payment will be reduced proportionately.</a:t>
            </a:r>
          </a:p>
          <a:p>
            <a:endParaRPr lang="en-US" sz="900">
              <a:latin typeface="Arial" panose="020B0604020202020204" pitchFamily="34" charset="0"/>
              <a:cs typeface="Arial" panose="020B0604020202020204" pitchFamily="34" charset="0"/>
            </a:endParaRPr>
          </a:p>
          <a:p>
            <a:r>
              <a:rPr lang="en-US" sz="1000" b="1" i="0" u="none" strike="noStrike" baseline="0">
                <a:solidFill>
                  <a:srgbClr val="000000"/>
                </a:solidFill>
                <a:latin typeface="Arial" panose="020B0604020202020204" pitchFamily="34" charset="0"/>
              </a:rPr>
              <a:t>This proposal does not provide coverage for sinkhole losses. This proposal of property coverage does include coverage for a catastrophic ground cover collapse that results in the property being condemned and uninhabitable. </a:t>
            </a:r>
          </a:p>
          <a:p>
            <a:endParaRPr lang="en-US" sz="1000" b="0" i="0" u="none" strike="noStrike" baseline="0">
              <a:solidFill>
                <a:srgbClr val="000000"/>
              </a:solidFill>
              <a:latin typeface="Arial" panose="020B0604020202020204" pitchFamily="34" charset="0"/>
            </a:endParaRPr>
          </a:p>
          <a:p>
            <a:r>
              <a:rPr lang="en-US" sz="1000" b="1" i="0" u="none" strike="noStrike" baseline="0">
                <a:solidFill>
                  <a:srgbClr val="000000"/>
                </a:solidFill>
                <a:latin typeface="Arial" panose="020B0604020202020204" pitchFamily="34" charset="0"/>
              </a:rPr>
              <a:t>If your property Non-Special “Zone X” as determined by the National Flood Program (NFIP) your lender may not require flood coverage. Please keep in mind the National Flood Program (NFIP) states 30% of all flood losses occur in Non Special Flood Hazard Areas. Just because your property is located in a Non Special Flood Hazard Area does NOT mean you will never suffer a flood loss. </a:t>
            </a:r>
            <a:endParaRPr lang="en-US" sz="1000">
              <a:latin typeface="Arial" panose="020B0604020202020204" pitchFamily="34" charset="0"/>
              <a:cs typeface="Arial" panose="020B0604020202020204" pitchFamily="34" charset="0"/>
            </a:endParaRPr>
          </a:p>
          <a:p>
            <a:endParaRPr lang="en-US"/>
          </a:p>
        </p:txBody>
      </p:sp>
      <p:sp>
        <p:nvSpPr>
          <p:cNvPr id="7" name="TextBox 6">
            <a:extLst>
              <a:ext uri="{FF2B5EF4-FFF2-40B4-BE49-F238E27FC236}">
                <a16:creationId xmlns:a16="http://schemas.microsoft.com/office/drawing/2014/main" id="{DFE2B439-3F7A-9925-DE17-A5D69A0D9F1D}"/>
              </a:ext>
            </a:extLst>
          </p:cNvPr>
          <p:cNvSpPr txBox="1"/>
          <p:nvPr/>
        </p:nvSpPr>
        <p:spPr>
          <a:xfrm>
            <a:off x="1383031" y="1188532"/>
            <a:ext cx="7132320" cy="338554"/>
          </a:xfrm>
          <a:prstGeom prst="rect">
            <a:avLst/>
          </a:prstGeom>
          <a:noFill/>
          <a:ln w="25400">
            <a:solidFill>
              <a:srgbClr val="002060"/>
            </a:solidFill>
          </a:ln>
        </p:spPr>
        <p:txBody>
          <a:bodyPr wrap="square" rtlCol="0" anchor="ctr" anchorCtr="0">
            <a:spAutoFit/>
          </a:bodyPr>
          <a:lstStyle/>
          <a:p>
            <a:pPr>
              <a:spcBef>
                <a:spcPts val="0"/>
              </a:spcBef>
            </a:pPr>
            <a:r>
              <a:rPr lang="en-US" sz="1600" b="1">
                <a:latin typeface="Arial" panose="020B0604020202020204" pitchFamily="34" charset="0"/>
                <a:cs typeface="Arial" panose="020B0604020202020204" pitchFamily="34" charset="0"/>
              </a:rPr>
              <a:t>Holly White		</a:t>
            </a:r>
          </a:p>
        </p:txBody>
      </p:sp>
    </p:spTree>
    <p:extLst>
      <p:ext uri="{BB962C8B-B14F-4D97-AF65-F5344CB8AC3E}">
        <p14:creationId xmlns:p14="http://schemas.microsoft.com/office/powerpoint/2010/main" val="2651097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D8B51-374F-BE39-002D-0927E5B0798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6FA8527-BE19-970A-AADF-66DFA8AE420C}"/>
              </a:ext>
            </a:extLst>
          </p:cNvPr>
          <p:cNvSpPr>
            <a:spLocks noGrp="1"/>
          </p:cNvSpPr>
          <p:nvPr>
            <p:ph type="sldNum" sz="quarter" idx="12"/>
          </p:nvPr>
        </p:nvSpPr>
        <p:spPr/>
        <p:txBody>
          <a:bodyPr/>
          <a:lstStyle/>
          <a:p>
            <a:fld id="{F91729D4-A164-47A3-830D-E792BCE699E4}" type="slidenum">
              <a:rPr lang="en-US" smtClean="0"/>
              <a:t>6</a:t>
            </a:fld>
            <a:endParaRPr lang="en-US"/>
          </a:p>
        </p:txBody>
      </p:sp>
      <p:pic>
        <p:nvPicPr>
          <p:cNvPr id="11" name="Image 6">
            <a:extLst>
              <a:ext uri="{FF2B5EF4-FFF2-40B4-BE49-F238E27FC236}">
                <a16:creationId xmlns:a16="http://schemas.microsoft.com/office/drawing/2014/main" id="{8C42864F-D7E8-FA5B-D9D7-FF272835F6BC}"/>
              </a:ext>
            </a:extLst>
          </p:cNvPr>
          <p:cNvPicPr>
            <a:picLocks/>
          </p:cNvPicPr>
          <p:nvPr/>
        </p:nvPicPr>
        <p:blipFill>
          <a:blip r:embed="rId2" cstate="print"/>
          <a:stretch>
            <a:fillRect/>
          </a:stretch>
        </p:blipFill>
        <p:spPr>
          <a:xfrm>
            <a:off x="1374140" y="0"/>
            <a:ext cx="7769860" cy="804545"/>
          </a:xfrm>
          <a:prstGeom prst="rect">
            <a:avLst/>
          </a:prstGeom>
        </p:spPr>
      </p:pic>
      <p:sp>
        <p:nvSpPr>
          <p:cNvPr id="19" name="TextBox 18">
            <a:extLst>
              <a:ext uri="{FF2B5EF4-FFF2-40B4-BE49-F238E27FC236}">
                <a16:creationId xmlns:a16="http://schemas.microsoft.com/office/drawing/2014/main" id="{BB3765A5-E358-7E85-B28A-4E12145BB0A9}"/>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a:solidFill>
                  <a:srgbClr val="0000FF"/>
                </a:solidFill>
                <a:effectLst/>
                <a:latin typeface="Arial" panose="020B0604020202020204" pitchFamily="34" charset="0"/>
                <a:ea typeface="Arial" panose="020B0604020202020204" pitchFamily="34" charset="0"/>
                <a:hlinkClick r:id="rId3"/>
              </a:rPr>
              <a:t>www.atlanticsr.com</a:t>
            </a:r>
            <a:r>
              <a:rPr lang="en-US" sz="800" spc="200">
                <a:solidFill>
                  <a:srgbClr val="0462C1"/>
                </a:solidFill>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a:t>
            </a:r>
            <a:r>
              <a:rPr lang="en-US" sz="800" spc="-15">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FL</a:t>
            </a:r>
            <a:r>
              <a:rPr lang="en-US" sz="800" spc="-2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License</a:t>
            </a:r>
            <a:r>
              <a:rPr lang="en-US" sz="800" spc="-3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#L106686</a:t>
            </a:r>
          </a:p>
        </p:txBody>
      </p:sp>
      <p:sp>
        <p:nvSpPr>
          <p:cNvPr id="2" name="TextBox 1">
            <a:extLst>
              <a:ext uri="{FF2B5EF4-FFF2-40B4-BE49-F238E27FC236}">
                <a16:creationId xmlns:a16="http://schemas.microsoft.com/office/drawing/2014/main" id="{0BDF05C8-68C6-5E17-EF41-4CF31B360355}"/>
              </a:ext>
            </a:extLst>
          </p:cNvPr>
          <p:cNvSpPr txBox="1"/>
          <p:nvPr/>
        </p:nvSpPr>
        <p:spPr>
          <a:xfrm>
            <a:off x="972349" y="1159630"/>
            <a:ext cx="2097049"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General Disclaimer</a:t>
            </a:r>
          </a:p>
        </p:txBody>
      </p:sp>
      <p:sp>
        <p:nvSpPr>
          <p:cNvPr id="7" name="TextBox 6">
            <a:extLst>
              <a:ext uri="{FF2B5EF4-FFF2-40B4-BE49-F238E27FC236}">
                <a16:creationId xmlns:a16="http://schemas.microsoft.com/office/drawing/2014/main" id="{4277638A-C449-BA69-7FDF-A4D0313FB9A3}"/>
              </a:ext>
            </a:extLst>
          </p:cNvPr>
          <p:cNvSpPr txBox="1"/>
          <p:nvPr/>
        </p:nvSpPr>
        <p:spPr>
          <a:xfrm>
            <a:off x="972349" y="1528962"/>
            <a:ext cx="7062537" cy="3939540"/>
          </a:xfrm>
          <a:prstGeom prst="rect">
            <a:avLst/>
          </a:prstGeom>
          <a:noFill/>
        </p:spPr>
        <p:txBody>
          <a:bodyPr wrap="square" rtlCol="0">
            <a:spAutoFit/>
          </a:bodyPr>
          <a:lstStyle/>
          <a:p>
            <a:r>
              <a:rPr lang="en-US" sz="1000" b="0" i="0" u="none" strike="noStrike" baseline="0">
                <a:solidFill>
                  <a:srgbClr val="000000"/>
                </a:solidFill>
                <a:latin typeface="Arial" panose="020B0604020202020204" pitchFamily="34" charset="0"/>
              </a:rPr>
              <a:t>Thank you for this opportunity to place insurance on your behalf. </a:t>
            </a:r>
          </a:p>
          <a:p>
            <a:endParaRPr lang="en-US" sz="1000" b="0" i="0" u="none" strike="noStrike" baseline="0">
              <a:solidFill>
                <a:srgbClr val="000000"/>
              </a:solidFill>
              <a:latin typeface="Arial" panose="020B0604020202020204" pitchFamily="34" charset="0"/>
            </a:endParaRPr>
          </a:p>
          <a:p>
            <a:r>
              <a:rPr lang="en-US" sz="1000" b="1" i="0" u="none" strike="noStrike" baseline="0">
                <a:solidFill>
                  <a:srgbClr val="000000"/>
                </a:solidFill>
                <a:latin typeface="Arial" panose="020B0604020202020204" pitchFamily="34" charset="0"/>
              </a:rPr>
              <a:t>BEFORE PROCEEDING WITH OUR PROPOSAL, IT IS ESSENTIAL THAT YOU REVIEW AND UNDERSTAND THIS EXPLANATION OF THE PROPOSAL’S PURPOSE AND EFFECT.</a:t>
            </a:r>
          </a:p>
          <a:p>
            <a:r>
              <a:rPr lang="en-US" sz="1000" b="1" i="0" u="none" strike="noStrike" baseline="0">
                <a:solidFill>
                  <a:srgbClr val="000000"/>
                </a:solidFill>
                <a:latin typeface="Arial" panose="020B0604020202020204" pitchFamily="34" charset="0"/>
              </a:rPr>
              <a:t> </a:t>
            </a:r>
            <a:endParaRPr lang="en-US" sz="1000" b="0" i="0" u="none" strike="noStrike" baseline="0">
              <a:solidFill>
                <a:srgbClr val="000000"/>
              </a:solidFill>
              <a:latin typeface="Arial" panose="020B0604020202020204" pitchFamily="34" charset="0"/>
            </a:endParaRPr>
          </a:p>
          <a:p>
            <a:r>
              <a:rPr lang="en-US" sz="1000" b="0" i="0" u="none" strike="noStrike" baseline="0">
                <a:solidFill>
                  <a:srgbClr val="000000"/>
                </a:solidFill>
                <a:latin typeface="Arial" panose="020B0604020202020204" pitchFamily="34" charset="0"/>
              </a:rPr>
              <a:t>Generally, a Proposal is intended to provide an overview of an insurance program and touch on some, but not all, of the individual policy terms and conditions </a:t>
            </a:r>
            <a:r>
              <a:rPr lang="en-US" sz="1000" b="1" i="0" u="none" strike="noStrike" baseline="0">
                <a:solidFill>
                  <a:srgbClr val="000000"/>
                </a:solidFill>
                <a:latin typeface="Arial" panose="020B0604020202020204" pitchFamily="34" charset="0"/>
              </a:rPr>
              <a:t>for informational purposes only. </a:t>
            </a:r>
            <a:r>
              <a:rPr lang="en-US" sz="1000" b="0" i="0" u="none" strike="noStrike" baseline="0">
                <a:solidFill>
                  <a:srgbClr val="000000"/>
                </a:solidFill>
                <a:latin typeface="Arial" panose="020B0604020202020204" pitchFamily="34" charset="0"/>
              </a:rPr>
              <a:t>The Proposal does not provide a comprehensive explanation of any insurance policy as a whole and does not include all applicable policy terms and conditions. In all cases, the policy as issued and subsequently endorsed supersedes any statement made herein. </a:t>
            </a:r>
          </a:p>
          <a:p>
            <a:endParaRPr lang="en-US" sz="1000" b="0" i="0" u="none" strike="noStrike" baseline="0">
              <a:solidFill>
                <a:srgbClr val="000000"/>
              </a:solidFill>
              <a:latin typeface="Arial" panose="020B0604020202020204" pitchFamily="34" charset="0"/>
            </a:endParaRPr>
          </a:p>
          <a:p>
            <a:r>
              <a:rPr lang="en-US" sz="1000" b="1" i="0" u="none" strike="noStrike" baseline="0">
                <a:solidFill>
                  <a:srgbClr val="000000"/>
                </a:solidFill>
                <a:latin typeface="Arial" panose="020B0604020202020204" pitchFamily="34" charset="0"/>
              </a:rPr>
              <a:t>We strongly recommend that you review all policies from “cover to cover” when they are received, again as endorsements are received, and call us immediately if you have any questions or concerns. </a:t>
            </a:r>
            <a:r>
              <a:rPr lang="en-US" sz="1000" b="0" i="0" u="none" strike="noStrike" baseline="0">
                <a:solidFill>
                  <a:srgbClr val="000000"/>
                </a:solidFill>
                <a:latin typeface="Arial" panose="020B0604020202020204" pitchFamily="34" charset="0"/>
              </a:rPr>
              <a:t>The actual policy wording will dictate the rights and duties of the parties to the insurance contract and must be reviewed to avoid any misunderstanding as to coverage provided by the policy in question. Be aware that the interpretation of contracts, including insurance policies, is a question of law. We, as insurance agents, can offer an interpretation of policy language as we understand it but cannot provide legal advice. Questions about the legal effect of any policy terms or conditions should be referred to your attorney. </a:t>
            </a:r>
          </a:p>
          <a:p>
            <a:endParaRPr lang="en-US" sz="1000" b="0" i="0" u="none" strike="noStrike" baseline="0">
              <a:solidFill>
                <a:srgbClr val="000000"/>
              </a:solidFill>
              <a:latin typeface="Arial" panose="020B0604020202020204" pitchFamily="34" charset="0"/>
            </a:endParaRPr>
          </a:p>
          <a:p>
            <a:r>
              <a:rPr lang="en-US" sz="1000" b="0" i="0" u="none" strike="noStrike" baseline="0">
                <a:solidFill>
                  <a:srgbClr val="000000"/>
                </a:solidFill>
                <a:latin typeface="Arial" panose="020B0604020202020204" pitchFamily="34" charset="0"/>
              </a:rPr>
              <a:t>Finally, we want to remind you that you provided Atlantic Specialty </a:t>
            </a:r>
            <a:r>
              <a:rPr lang="en-US" sz="1000">
                <a:solidFill>
                  <a:srgbClr val="000000"/>
                </a:solidFill>
                <a:latin typeface="Arial" panose="020B0604020202020204" pitchFamily="34" charset="0"/>
              </a:rPr>
              <a:t>Risk </a:t>
            </a:r>
            <a:r>
              <a:rPr lang="en-US" sz="1000" b="0" i="0" u="none" strike="noStrike" baseline="0">
                <a:solidFill>
                  <a:srgbClr val="000000"/>
                </a:solidFill>
                <a:latin typeface="Arial" panose="020B0604020202020204" pitchFamily="34" charset="0"/>
              </a:rPr>
              <a:t>with information about your organization and its exposures including, but not limited to, description of your business, business locations, projected sales and income, other financial information, number of employees, property values, owned automobiles, driver license information, etc. We have forwarded this information to the insurers on your behalf. The insurers have relied on this information in determining the nature of coverage offered and developing premium to be charged. You must make us aware immediately if any material information provided by you for underwriting purposes is incorrect or has otherwise changed. Actual exposures in existence during or at the end of the policy term may determine the actual final premium. Again, the insurance contract will prevail. </a:t>
            </a:r>
            <a:endParaRPr lang="en-US" sz="100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1445B4C-A7AB-3458-1087-AA13BBF62959}"/>
              </a:ext>
            </a:extLst>
          </p:cNvPr>
          <p:cNvSpPr txBox="1"/>
          <p:nvPr/>
        </p:nvSpPr>
        <p:spPr>
          <a:xfrm>
            <a:off x="1040731" y="5832122"/>
            <a:ext cx="7062537" cy="3754874"/>
          </a:xfrm>
          <a:prstGeom prst="rect">
            <a:avLst/>
          </a:prstGeom>
          <a:noFill/>
        </p:spPr>
        <p:txBody>
          <a:bodyPr wrap="square" rtlCol="0">
            <a:spAutoFit/>
          </a:bodyPr>
          <a:lstStyle/>
          <a:p>
            <a:r>
              <a:rPr lang="en-US" sz="1000" b="1" i="0" u="none" strike="noStrike" baseline="0">
                <a:solidFill>
                  <a:srgbClr val="002C77"/>
                </a:solidFill>
                <a:latin typeface="Arial" panose="020B0604020202020204" pitchFamily="34" charset="0"/>
              </a:rPr>
              <a:t>Atlantic Specialty Risk’s Role If Your Insurer Cancels Your Policy </a:t>
            </a:r>
          </a:p>
          <a:p>
            <a:endParaRPr lang="en-US" sz="1000" b="0" i="0" u="none" strike="noStrike" baseline="0">
              <a:solidFill>
                <a:srgbClr val="002C77"/>
              </a:solidFill>
              <a:latin typeface="Arial" panose="020B0604020202020204" pitchFamily="34" charset="0"/>
            </a:endParaRPr>
          </a:p>
          <a:p>
            <a:r>
              <a:rPr lang="en-US" sz="1000" b="0" i="0" u="none" strike="noStrike" baseline="0">
                <a:solidFill>
                  <a:srgbClr val="000000"/>
                </a:solidFill>
                <a:latin typeface="Arial" panose="020B0604020202020204" pitchFamily="34" charset="0"/>
              </a:rPr>
              <a:t>Florida statute limits an insurer’s right to cancel a policy and requires the insurer to provide notice to you when a policy is cancelled. We, as your agent, do not have authority to determine whether a policy will be cancelled, or reinstated if cancelled, and must rely solely on the insurer to make us aware of a policy cancellation. </a:t>
            </a:r>
          </a:p>
          <a:p>
            <a:endParaRPr lang="en-US" sz="1000" b="0" i="0" u="none" strike="noStrike" baseline="0">
              <a:solidFill>
                <a:srgbClr val="000000"/>
              </a:solidFill>
              <a:latin typeface="Arial" panose="020B0604020202020204" pitchFamily="34" charset="0"/>
            </a:endParaRPr>
          </a:p>
          <a:p>
            <a:r>
              <a:rPr lang="en-US" sz="1000" b="0" i="0" u="none" strike="noStrike" baseline="0">
                <a:solidFill>
                  <a:srgbClr val="000000"/>
                </a:solidFill>
                <a:latin typeface="Arial" panose="020B0604020202020204" pitchFamily="34" charset="0"/>
              </a:rPr>
              <a:t>Recognizing the agent’s lack of authority to cancel or reinstate a policy and inability to control the flow of information related to policy cancellation, Florida Statute does not require an agent to provide any notice of policy cancellation to a client. If we become aware of a policy cancellation and contact you about the cancellation, or attempt to persuade your insurer to reconsider the cancellation, you expressly acknowledge that: </a:t>
            </a:r>
          </a:p>
          <a:p>
            <a:pPr marL="228600" indent="-228600">
              <a:buFont typeface="+mj-lt"/>
              <a:buAutoNum type="arabicPeriod"/>
            </a:pPr>
            <a:r>
              <a:rPr lang="en-US" sz="1000" b="0" i="0" u="none" strike="noStrike" baseline="0">
                <a:solidFill>
                  <a:srgbClr val="000000"/>
                </a:solidFill>
                <a:latin typeface="Arial" panose="020B0604020202020204" pitchFamily="34" charset="0"/>
              </a:rPr>
              <a:t>We are not obligated to provide notice of cancellation to you or attempt to reinstate a cancelled policy; </a:t>
            </a:r>
          </a:p>
          <a:p>
            <a:pPr marL="228600" indent="-228600">
              <a:buFont typeface="+mj-lt"/>
              <a:buAutoNum type="arabicPeriod"/>
            </a:pPr>
            <a:endParaRPr lang="en-US" sz="1000">
              <a:solidFill>
                <a:srgbClr val="000000"/>
              </a:solidFill>
              <a:latin typeface="Arial" panose="020B0604020202020204" pitchFamily="34" charset="0"/>
            </a:endParaRPr>
          </a:p>
          <a:p>
            <a:pPr marL="228600" indent="-228600">
              <a:buFont typeface="+mj-lt"/>
              <a:buAutoNum type="arabicPeriod"/>
            </a:pPr>
            <a:r>
              <a:rPr lang="en-US" sz="1000" b="0" i="0" u="none" strike="noStrike" baseline="0">
                <a:solidFill>
                  <a:srgbClr val="000000"/>
                </a:solidFill>
                <a:latin typeface="Arial" panose="020B0604020202020204" pitchFamily="34" charset="0"/>
              </a:rPr>
              <a:t>You will pay policy premiums as required. There is no grace period; the insurer must receive the premium payment before the “due date”; </a:t>
            </a:r>
          </a:p>
          <a:p>
            <a:pPr marL="228600" indent="-228600">
              <a:buFont typeface="+mj-lt"/>
              <a:buAutoNum type="arabicPeriod"/>
            </a:pPr>
            <a:endParaRPr lang="en-US" sz="1000">
              <a:solidFill>
                <a:srgbClr val="000000"/>
              </a:solidFill>
              <a:latin typeface="Arial" panose="020B0604020202020204" pitchFamily="34" charset="0"/>
            </a:endParaRPr>
          </a:p>
          <a:p>
            <a:pPr marL="228600" indent="-228600">
              <a:buFont typeface="+mj-lt"/>
              <a:buAutoNum type="arabicPeriod"/>
            </a:pPr>
            <a:r>
              <a:rPr lang="en-US" sz="1000" b="0" i="0" u="none" strike="noStrike" baseline="0">
                <a:solidFill>
                  <a:srgbClr val="000000"/>
                </a:solidFill>
                <a:latin typeface="Arial" panose="020B0604020202020204" pitchFamily="34" charset="0"/>
              </a:rPr>
              <a:t>You are not relying on us to notify you of policy cancellation or attempt to set a cancellation aside; </a:t>
            </a:r>
          </a:p>
          <a:p>
            <a:pPr marL="228600" indent="-228600">
              <a:buFont typeface="+mj-lt"/>
              <a:buAutoNum type="arabicPeriod"/>
            </a:pPr>
            <a:endParaRPr lang="en-US" sz="1000">
              <a:solidFill>
                <a:srgbClr val="000000"/>
              </a:solidFill>
              <a:latin typeface="Arial" panose="020B0604020202020204" pitchFamily="34" charset="0"/>
            </a:endParaRPr>
          </a:p>
          <a:p>
            <a:pPr marL="228600" indent="-228600">
              <a:buFont typeface="+mj-lt"/>
              <a:buAutoNum type="arabicPeriod"/>
            </a:pPr>
            <a:r>
              <a:rPr lang="en-US" sz="1000" b="0" i="0" u="none" strike="noStrike" baseline="0">
                <a:solidFill>
                  <a:srgbClr val="000000"/>
                </a:solidFill>
                <a:latin typeface="Arial" panose="020B0604020202020204" pitchFamily="34" charset="0"/>
              </a:rPr>
              <a:t>Each and every policy cancellation is an independent event. Our involvement in any isolated cancellation does not create a duty to act in any other case; </a:t>
            </a:r>
          </a:p>
          <a:p>
            <a:pPr marL="228600" indent="-228600">
              <a:buFont typeface="+mj-lt"/>
              <a:buAutoNum type="arabicPeriod"/>
            </a:pPr>
            <a:endParaRPr lang="en-US" sz="1000">
              <a:solidFill>
                <a:srgbClr val="000000"/>
              </a:solidFill>
              <a:latin typeface="Arial" panose="020B0604020202020204" pitchFamily="34" charset="0"/>
            </a:endParaRPr>
          </a:p>
          <a:p>
            <a:pPr marL="228600" indent="-228600">
              <a:buFont typeface="+mj-lt"/>
              <a:buAutoNum type="arabicPeriod"/>
            </a:pPr>
            <a:r>
              <a:rPr lang="en-US" sz="1000" b="0" i="0" u="none" strike="noStrike" baseline="0">
                <a:solidFill>
                  <a:srgbClr val="000000"/>
                </a:solidFill>
                <a:latin typeface="Arial" panose="020B0604020202020204" pitchFamily="34" charset="0"/>
              </a:rPr>
              <a:t>To the extent that our voluntary involvement may create legal rights against us, you knowingly and voluntarily waive any such right in consideration of our efforts. </a:t>
            </a:r>
          </a:p>
          <a:p>
            <a:endParaRPr lang="en-US"/>
          </a:p>
        </p:txBody>
      </p:sp>
    </p:spTree>
    <p:extLst>
      <p:ext uri="{BB962C8B-B14F-4D97-AF65-F5344CB8AC3E}">
        <p14:creationId xmlns:p14="http://schemas.microsoft.com/office/powerpoint/2010/main" val="1415292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53117-587C-B1F6-B9FC-2EC66CF7C48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0D8F75E-C4AA-F1F0-2EFE-881EEC70C866}"/>
              </a:ext>
            </a:extLst>
          </p:cNvPr>
          <p:cNvSpPr>
            <a:spLocks noGrp="1"/>
          </p:cNvSpPr>
          <p:nvPr>
            <p:ph type="sldNum" sz="quarter" idx="12"/>
          </p:nvPr>
        </p:nvSpPr>
        <p:spPr/>
        <p:txBody>
          <a:bodyPr/>
          <a:lstStyle/>
          <a:p>
            <a:fld id="{F91729D4-A164-47A3-830D-E792BCE699E4}" type="slidenum">
              <a:rPr lang="en-US" smtClean="0"/>
              <a:t>7</a:t>
            </a:fld>
            <a:endParaRPr lang="en-US"/>
          </a:p>
        </p:txBody>
      </p:sp>
      <p:pic>
        <p:nvPicPr>
          <p:cNvPr id="11" name="Image 6">
            <a:extLst>
              <a:ext uri="{FF2B5EF4-FFF2-40B4-BE49-F238E27FC236}">
                <a16:creationId xmlns:a16="http://schemas.microsoft.com/office/drawing/2014/main" id="{7D8AEDFB-812B-D2C4-56B8-E54B765864D6}"/>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40D53CAF-494A-71CE-3C3D-F33D1012D057}"/>
              </a:ext>
            </a:extLst>
          </p:cNvPr>
          <p:cNvSpPr txBox="1"/>
          <p:nvPr/>
        </p:nvSpPr>
        <p:spPr>
          <a:xfrm>
            <a:off x="972349" y="1159630"/>
            <a:ext cx="1334276"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Disclosures</a:t>
            </a:r>
          </a:p>
        </p:txBody>
      </p:sp>
      <p:sp>
        <p:nvSpPr>
          <p:cNvPr id="19" name="TextBox 18">
            <a:extLst>
              <a:ext uri="{FF2B5EF4-FFF2-40B4-BE49-F238E27FC236}">
                <a16:creationId xmlns:a16="http://schemas.microsoft.com/office/drawing/2014/main" id="{6A88D446-4A30-BC10-8E85-8192387A515D}"/>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a:solidFill>
                  <a:srgbClr val="0000FF"/>
                </a:solidFill>
                <a:effectLst/>
                <a:latin typeface="Arial" panose="020B0604020202020204" pitchFamily="34" charset="0"/>
                <a:ea typeface="Arial" panose="020B0604020202020204" pitchFamily="34" charset="0"/>
                <a:hlinkClick r:id="rId3"/>
              </a:rPr>
              <a:t>www.atlanticsr.com</a:t>
            </a:r>
            <a:r>
              <a:rPr lang="en-US" sz="800" spc="200">
                <a:solidFill>
                  <a:srgbClr val="0462C1"/>
                </a:solidFill>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a:t>
            </a:r>
            <a:r>
              <a:rPr lang="en-US" sz="800" spc="-15">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FL</a:t>
            </a:r>
            <a:r>
              <a:rPr lang="en-US" sz="800" spc="-2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License</a:t>
            </a:r>
            <a:r>
              <a:rPr lang="en-US" sz="800" spc="-3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#L106686</a:t>
            </a:r>
          </a:p>
        </p:txBody>
      </p:sp>
      <p:sp>
        <p:nvSpPr>
          <p:cNvPr id="3" name="TextBox 2">
            <a:extLst>
              <a:ext uri="{FF2B5EF4-FFF2-40B4-BE49-F238E27FC236}">
                <a16:creationId xmlns:a16="http://schemas.microsoft.com/office/drawing/2014/main" id="{9A2942AB-A6A9-1FB0-ED6A-48164676E9D0}"/>
              </a:ext>
            </a:extLst>
          </p:cNvPr>
          <p:cNvSpPr txBox="1"/>
          <p:nvPr/>
        </p:nvSpPr>
        <p:spPr>
          <a:xfrm>
            <a:off x="972349" y="1756611"/>
            <a:ext cx="7062537" cy="5016758"/>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This summary of insurance is provided as a matter of convenience and information only. All information included in this summary, including but not limited to personal and real property values, locations, operations, products, data, automobile schedules, financial data and loss experience, is based on facts and representations supplied to Atlantic Specialty Risk by you. This summary does not reflect any independent study or investigation by Atlantic Specialty Risk or its agents and employees.</a:t>
            </a:r>
          </a:p>
          <a:p>
            <a:endParaRPr lang="en-US" sz="1000">
              <a:latin typeface="Arial" panose="020B0604020202020204" pitchFamily="34" charset="0"/>
              <a:cs typeface="Arial" panose="020B0604020202020204" pitchFamily="34" charset="0"/>
            </a:endParaRPr>
          </a:p>
          <a:p>
            <a:r>
              <a:rPr lang="en-US" sz="1000">
                <a:latin typeface="Arial" panose="020B0604020202020204" pitchFamily="34" charset="0"/>
                <a:cs typeface="Arial" panose="020B0604020202020204" pitchFamily="34" charset="0"/>
              </a:rPr>
              <a:t>This summary does not add to, extend, amend, change, or alter any coverage in any actual policy of insurance you may have. All existing policy terms, conditions, exclusions, and limitations apply. For specific information regarding your insurance coverage, please refer to the policy itself. Atlantic Specialty Risk will not be liable for any claims arising from or related to information included in or omitted from this summary of insurance.</a:t>
            </a:r>
          </a:p>
          <a:p>
            <a:endParaRPr lang="en-US" sz="1000">
              <a:latin typeface="Arial" panose="020B0604020202020204" pitchFamily="34" charset="0"/>
              <a:cs typeface="Arial" panose="020B0604020202020204" pitchFamily="34" charset="0"/>
            </a:endParaRPr>
          </a:p>
          <a:p>
            <a:r>
              <a:rPr lang="en-US" sz="1000">
                <a:latin typeface="Arial" panose="020B0604020202020204" pitchFamily="34" charset="0"/>
                <a:cs typeface="Arial" panose="020B0604020202020204" pitchFamily="34" charset="0"/>
              </a:rPr>
              <a:t>Atlantic Specialty Risk embraces a policy of transparency with respect to its compensation from insurance transactions. Details on our compensation policy, including the types of income that Atlantic Specialty Risk may earn on a placement, are available upon request.</a:t>
            </a:r>
          </a:p>
          <a:p>
            <a:endParaRPr lang="en-US" sz="1000">
              <a:latin typeface="Arial" panose="020B0604020202020204" pitchFamily="34" charset="0"/>
              <a:cs typeface="Arial" panose="020B0604020202020204" pitchFamily="34" charset="0"/>
            </a:endParaRPr>
          </a:p>
          <a:p>
            <a:r>
              <a:rPr lang="en-US" sz="1000">
                <a:latin typeface="Arial" panose="020B0604020202020204" pitchFamily="34" charset="0"/>
                <a:cs typeface="Arial" panose="020B0604020202020204" pitchFamily="34" charset="0"/>
              </a:rPr>
              <a:t>Analyzing insurers' over-all performance and financial strength is a task that requires specialized skills and in-depth technical understanding of all aspects of insurance company finances and operations. Insurance brokerages such as Atlantic Specialty Risk Insurance typically rely upon rating agencies for this type of market analysis. Both A.M. Best and Standard and Poor's have been industry leaders in this area for many decades, utilizing a combination of quantitative and qualitative analysis of the information available in formulating their ratings.</a:t>
            </a:r>
          </a:p>
          <a:p>
            <a:endParaRPr lang="en-US" sz="1000">
              <a:latin typeface="Arial" panose="020B0604020202020204" pitchFamily="34" charset="0"/>
              <a:cs typeface="Arial" panose="020B0604020202020204" pitchFamily="34" charset="0"/>
            </a:endParaRPr>
          </a:p>
          <a:p>
            <a:r>
              <a:rPr lang="en-US" sz="1000">
                <a:latin typeface="Arial" panose="020B0604020202020204" pitchFamily="34" charset="0"/>
                <a:cs typeface="Arial" panose="020B0604020202020204" pitchFamily="34" charset="0"/>
              </a:rPr>
              <a:t>A.M. Best has an extensive database of nearly 6,000 Life/Health, Property Casualty, and international companies. You can visit them at </a:t>
            </a:r>
            <a:r>
              <a:rPr lang="en-US" sz="1000">
                <a:latin typeface="Arial" panose="020B0604020202020204" pitchFamily="34" charset="0"/>
                <a:cs typeface="Arial" panose="020B0604020202020204" pitchFamily="34" charset="0"/>
                <a:hlinkClick r:id="rId4"/>
              </a:rPr>
              <a:t>www.ambest.com</a:t>
            </a:r>
            <a:r>
              <a:rPr lang="en-US" sz="1000">
                <a:latin typeface="Arial" panose="020B0604020202020204" pitchFamily="34" charset="0"/>
                <a:cs typeface="Arial" panose="020B0604020202020204" pitchFamily="34" charset="0"/>
              </a:rPr>
              <a:t>. For additional information regarding insurer financial strength ratings visit Standard and Poor's website at </a:t>
            </a:r>
            <a:r>
              <a:rPr lang="en-US" sz="1000">
                <a:latin typeface="Arial" panose="020B0604020202020204" pitchFamily="34" charset="0"/>
                <a:cs typeface="Arial" panose="020B0604020202020204" pitchFamily="34" charset="0"/>
                <a:hlinkClick r:id="rId5"/>
              </a:rPr>
              <a:t>www.standardandpoors.com</a:t>
            </a:r>
            <a:endParaRPr lang="en-US" sz="1000">
              <a:latin typeface="Arial" panose="020B0604020202020204" pitchFamily="34" charset="0"/>
              <a:cs typeface="Arial" panose="020B0604020202020204" pitchFamily="34" charset="0"/>
            </a:endParaRPr>
          </a:p>
          <a:p>
            <a:endParaRPr lang="en-US" sz="1000">
              <a:latin typeface="Arial" panose="020B0604020202020204" pitchFamily="34" charset="0"/>
              <a:cs typeface="Arial" panose="020B0604020202020204" pitchFamily="34" charset="0"/>
            </a:endParaRPr>
          </a:p>
          <a:p>
            <a:r>
              <a:rPr lang="en-US" sz="1000">
                <a:latin typeface="Arial" panose="020B0604020202020204" pitchFamily="34" charset="0"/>
                <a:cs typeface="Arial" panose="020B0604020202020204" pitchFamily="34" charset="0"/>
              </a:rPr>
              <a:t>Our goal is to procure insurance for you with underwriters possessing the financial strength to perform. Atlantic Specialty Risk does not, however, guarantee the solvency of any underwriters with which insurance or reinsurance is placed and maintains no responsibility for any loss or damage arising from the financial failure or insolvency of any insurer. We encourage you to review the publicly available information collected to enable you to make an informed decision to accept or reject a particular underwriter. To learn more about companies doing business in your state, visit the Department of Insurance website for that state.</a:t>
            </a:r>
          </a:p>
          <a:p>
            <a:endParaRPr lang="en-US" sz="100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FE1ACB61-ABD4-95A1-EE0D-40CD105123A5}"/>
              </a:ext>
            </a:extLst>
          </p:cNvPr>
          <p:cNvSpPr txBox="1"/>
          <p:nvPr/>
        </p:nvSpPr>
        <p:spPr>
          <a:xfrm>
            <a:off x="972349" y="6681531"/>
            <a:ext cx="2727734"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A.M. Best Rating Summary</a:t>
            </a:r>
          </a:p>
        </p:txBody>
      </p:sp>
      <p:sp>
        <p:nvSpPr>
          <p:cNvPr id="7" name="TextBox 6">
            <a:extLst>
              <a:ext uri="{FF2B5EF4-FFF2-40B4-BE49-F238E27FC236}">
                <a16:creationId xmlns:a16="http://schemas.microsoft.com/office/drawing/2014/main" id="{D735F521-CBED-3740-CC9E-D0F8CF41E604}"/>
              </a:ext>
            </a:extLst>
          </p:cNvPr>
          <p:cNvSpPr txBox="1"/>
          <p:nvPr/>
        </p:nvSpPr>
        <p:spPr>
          <a:xfrm>
            <a:off x="972348" y="7112913"/>
            <a:ext cx="7062537" cy="1785104"/>
          </a:xfrm>
          <a:prstGeom prst="rect">
            <a:avLst/>
          </a:prstGeom>
          <a:noFill/>
        </p:spPr>
        <p:txBody>
          <a:bodyPr wrap="square" rtlCol="0">
            <a:spAutoFit/>
          </a:bodyPr>
          <a:lstStyle/>
          <a:p>
            <a:r>
              <a:rPr lang="en-US" sz="1000" b="0" i="0" u="none" strike="noStrike" baseline="0">
                <a:solidFill>
                  <a:srgbClr val="000000"/>
                </a:solidFill>
                <a:latin typeface="Arial" panose="020B0604020202020204" pitchFamily="34" charset="0"/>
              </a:rPr>
              <a:t>Atlantic Specialty </a:t>
            </a:r>
            <a:r>
              <a:rPr lang="en-US" sz="1000">
                <a:solidFill>
                  <a:srgbClr val="000000"/>
                </a:solidFill>
                <a:latin typeface="Arial" panose="020B0604020202020204" pitchFamily="34" charset="0"/>
              </a:rPr>
              <a:t>Risk </a:t>
            </a:r>
            <a:r>
              <a:rPr lang="en-US" sz="1000" b="0" i="0" u="none" strike="noStrike" baseline="0">
                <a:solidFill>
                  <a:srgbClr val="000000"/>
                </a:solidFill>
                <a:latin typeface="Arial" panose="020B0604020202020204" pitchFamily="34" charset="0"/>
              </a:rPr>
              <a:t>has minimum financial guidelines for the insurers we work with to place coverage. Those guidelines require both an A.M. Best rating of A- or better and unencumbered surplus of $100 million or more. Should you direct us to place your business with a market that does not meet those standards, your client service team will notify you. </a:t>
            </a:r>
          </a:p>
          <a:p>
            <a:r>
              <a:rPr lang="en-US" sz="1000" b="0" i="0" u="none" strike="noStrike" baseline="0">
                <a:solidFill>
                  <a:srgbClr val="000000"/>
                </a:solidFill>
                <a:latin typeface="Arial" panose="020B0604020202020204" pitchFamily="34" charset="0"/>
              </a:rPr>
              <a:t>Note: Insurance Carrier ratings listed in this proposal were obtained from A.M. Best &amp; Co. Atlantic Specialty Risk </a:t>
            </a:r>
            <a:r>
              <a:rPr lang="en-US" sz="1000" b="1" i="0" u="none" strike="noStrike" baseline="0">
                <a:solidFill>
                  <a:srgbClr val="000000"/>
                </a:solidFill>
                <a:latin typeface="Arial" panose="020B0604020202020204" pitchFamily="34" charset="0"/>
              </a:rPr>
              <a:t>makes no warranty, nor representation, as to the financial solvency or claims paying ability of any insurer</a:t>
            </a:r>
            <a:r>
              <a:rPr lang="en-US" sz="1000" b="0" i="0" u="none" strike="noStrike" baseline="0">
                <a:solidFill>
                  <a:srgbClr val="000000"/>
                </a:solidFill>
                <a:latin typeface="Arial" panose="020B0604020202020204" pitchFamily="34" charset="0"/>
              </a:rPr>
              <a:t>. This summary is provided for informational purposes only in an effort to summarize rating definitions. </a:t>
            </a:r>
          </a:p>
          <a:p>
            <a:endParaRPr lang="en-US" sz="1000" b="0" i="0" u="none" strike="noStrike" baseline="0">
              <a:solidFill>
                <a:srgbClr val="000000"/>
              </a:solidFill>
              <a:latin typeface="Arial" panose="020B0604020202020204" pitchFamily="34" charset="0"/>
            </a:endParaRPr>
          </a:p>
          <a:p>
            <a:endParaRPr lang="en-US" sz="1000">
              <a:solidFill>
                <a:srgbClr val="000000"/>
              </a:solidFill>
              <a:latin typeface="Arial" panose="020B0604020202020204" pitchFamily="34" charset="0"/>
            </a:endParaRPr>
          </a:p>
          <a:p>
            <a:endParaRPr lang="en-US" sz="1000" b="0" i="0" u="none" strike="noStrike" baseline="0">
              <a:solidFill>
                <a:srgbClr val="000000"/>
              </a:solidFill>
              <a:latin typeface="Arial" panose="020B0604020202020204" pitchFamily="34" charset="0"/>
            </a:endParaRPr>
          </a:p>
          <a:p>
            <a:endParaRPr lang="en-US" sz="1000">
              <a:solidFill>
                <a:srgbClr val="000000"/>
              </a:solidFill>
              <a:latin typeface="Arial" panose="020B0604020202020204" pitchFamily="34" charset="0"/>
            </a:endParaRPr>
          </a:p>
          <a:p>
            <a:endParaRPr lang="en-US" sz="1000" b="0" i="0" u="none" strike="noStrike" baseline="0">
              <a:solidFill>
                <a:srgbClr val="000000"/>
              </a:solidFill>
              <a:latin typeface="Arial" panose="020B0604020202020204" pitchFamily="34" charset="0"/>
            </a:endParaRPr>
          </a:p>
        </p:txBody>
      </p:sp>
      <p:graphicFrame>
        <p:nvGraphicFramePr>
          <p:cNvPr id="8" name="Table 7">
            <a:extLst>
              <a:ext uri="{FF2B5EF4-FFF2-40B4-BE49-F238E27FC236}">
                <a16:creationId xmlns:a16="http://schemas.microsoft.com/office/drawing/2014/main" id="{260DF3BA-F7AA-EFC7-2BAC-39C035307766}"/>
              </a:ext>
            </a:extLst>
          </p:cNvPr>
          <p:cNvGraphicFramePr>
            <a:graphicFrameLocks noGrp="1"/>
          </p:cNvGraphicFramePr>
          <p:nvPr>
            <p:extLst>
              <p:ext uri="{D42A27DB-BD31-4B8C-83A1-F6EECF244321}">
                <p14:modId xmlns:p14="http://schemas.microsoft.com/office/powerpoint/2010/main" val="4140441812"/>
              </p:ext>
            </p:extLst>
          </p:nvPr>
        </p:nvGraphicFramePr>
        <p:xfrm>
          <a:off x="1109115" y="8249169"/>
          <a:ext cx="2176084" cy="1127760"/>
        </p:xfrm>
        <a:graphic>
          <a:graphicData uri="http://schemas.openxmlformats.org/drawingml/2006/table">
            <a:tbl>
              <a:tblPr firstRow="1" bandRow="1">
                <a:tableStyleId>{5C22544A-7EE6-4342-B048-85BDC9FD1C3A}</a:tableStyleId>
              </a:tblPr>
              <a:tblGrid>
                <a:gridCol w="1088042">
                  <a:extLst>
                    <a:ext uri="{9D8B030D-6E8A-4147-A177-3AD203B41FA5}">
                      <a16:colId xmlns:a16="http://schemas.microsoft.com/office/drawing/2014/main" val="820318343"/>
                    </a:ext>
                  </a:extLst>
                </a:gridCol>
                <a:gridCol w="1088042">
                  <a:extLst>
                    <a:ext uri="{9D8B030D-6E8A-4147-A177-3AD203B41FA5}">
                      <a16:colId xmlns:a16="http://schemas.microsoft.com/office/drawing/2014/main" val="1825288688"/>
                    </a:ext>
                  </a:extLst>
                </a:gridCol>
              </a:tblGrid>
              <a:tr h="0">
                <a:tc gridSpan="2">
                  <a:txBody>
                    <a:bodyPr/>
                    <a:lstStyle/>
                    <a:p>
                      <a:pPr algn="ctr"/>
                      <a:r>
                        <a:rPr lang="en-US" sz="1400">
                          <a:latin typeface="Arial" panose="020B0604020202020204" pitchFamily="34" charset="0"/>
                          <a:cs typeface="Arial" panose="020B0604020202020204" pitchFamily="34" charset="0"/>
                        </a:rPr>
                        <a:t>SECURE RATINGS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2060"/>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3500009862"/>
                  </a:ext>
                </a:extLst>
              </a:tr>
              <a:tr h="0">
                <a:tc>
                  <a:txBody>
                    <a:bodyPr/>
                    <a:lstStyle/>
                    <a:p>
                      <a:r>
                        <a:rPr lang="en-US" sz="1200">
                          <a:latin typeface="Arial" panose="020B0604020202020204" pitchFamily="34" charset="0"/>
                          <a:cs typeface="Arial" panose="020B0604020202020204" pitchFamily="34" charset="0"/>
                        </a:rPr>
                        <a:t>Superior</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A++, A+</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910722763"/>
                  </a:ext>
                </a:extLst>
              </a:tr>
              <a:tr h="0">
                <a:tc>
                  <a:txBody>
                    <a:bodyPr/>
                    <a:lstStyle/>
                    <a:p>
                      <a:r>
                        <a:rPr lang="en-US" sz="1200">
                          <a:latin typeface="Arial" panose="020B0604020202020204" pitchFamily="34" charset="0"/>
                          <a:cs typeface="Arial" panose="020B0604020202020204" pitchFamily="34" charset="0"/>
                        </a:rPr>
                        <a:t>Excellent</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A, A-</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3311328412"/>
                  </a:ext>
                </a:extLst>
              </a:tr>
              <a:tr h="0">
                <a:tc>
                  <a:txBody>
                    <a:bodyPr/>
                    <a:lstStyle/>
                    <a:p>
                      <a:r>
                        <a:rPr lang="en-US" sz="1200">
                          <a:latin typeface="Arial" panose="020B0604020202020204" pitchFamily="34" charset="0"/>
                          <a:cs typeface="Arial" panose="020B0604020202020204" pitchFamily="34" charset="0"/>
                        </a:rPr>
                        <a:t>Very Good</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B++, B+</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2852371610"/>
                  </a:ext>
                </a:extLst>
              </a:tr>
            </a:tbl>
          </a:graphicData>
        </a:graphic>
      </p:graphicFrame>
      <p:graphicFrame>
        <p:nvGraphicFramePr>
          <p:cNvPr id="9" name="Table 8">
            <a:extLst>
              <a:ext uri="{FF2B5EF4-FFF2-40B4-BE49-F238E27FC236}">
                <a16:creationId xmlns:a16="http://schemas.microsoft.com/office/drawing/2014/main" id="{4DB69299-C7F0-0116-F1E3-44607C065239}"/>
              </a:ext>
            </a:extLst>
          </p:cNvPr>
          <p:cNvGraphicFramePr>
            <a:graphicFrameLocks noGrp="1"/>
          </p:cNvGraphicFramePr>
          <p:nvPr>
            <p:extLst>
              <p:ext uri="{D42A27DB-BD31-4B8C-83A1-F6EECF244321}">
                <p14:modId xmlns:p14="http://schemas.microsoft.com/office/powerpoint/2010/main" val="1481241122"/>
              </p:ext>
            </p:extLst>
          </p:nvPr>
        </p:nvGraphicFramePr>
        <p:xfrm>
          <a:off x="3537265" y="8249169"/>
          <a:ext cx="4497619" cy="1402080"/>
        </p:xfrm>
        <a:graphic>
          <a:graphicData uri="http://schemas.openxmlformats.org/drawingml/2006/table">
            <a:tbl>
              <a:tblPr firstRow="1" bandRow="1">
                <a:tableStyleId>{5C22544A-7EE6-4342-B048-85BDC9FD1C3A}</a:tableStyleId>
              </a:tblPr>
              <a:tblGrid>
                <a:gridCol w="903815">
                  <a:extLst>
                    <a:ext uri="{9D8B030D-6E8A-4147-A177-3AD203B41FA5}">
                      <a16:colId xmlns:a16="http://schemas.microsoft.com/office/drawing/2014/main" val="820318343"/>
                    </a:ext>
                  </a:extLst>
                </a:gridCol>
                <a:gridCol w="922803">
                  <a:extLst>
                    <a:ext uri="{9D8B030D-6E8A-4147-A177-3AD203B41FA5}">
                      <a16:colId xmlns:a16="http://schemas.microsoft.com/office/drawing/2014/main" val="1825288688"/>
                    </a:ext>
                  </a:extLst>
                </a:gridCol>
                <a:gridCol w="1945758">
                  <a:extLst>
                    <a:ext uri="{9D8B030D-6E8A-4147-A177-3AD203B41FA5}">
                      <a16:colId xmlns:a16="http://schemas.microsoft.com/office/drawing/2014/main" val="2462048100"/>
                    </a:ext>
                  </a:extLst>
                </a:gridCol>
                <a:gridCol w="725243">
                  <a:extLst>
                    <a:ext uri="{9D8B030D-6E8A-4147-A177-3AD203B41FA5}">
                      <a16:colId xmlns:a16="http://schemas.microsoft.com/office/drawing/2014/main" val="799028342"/>
                    </a:ext>
                  </a:extLst>
                </a:gridCol>
              </a:tblGrid>
              <a:tr h="0">
                <a:tc gridSpan="4">
                  <a:txBody>
                    <a:bodyPr/>
                    <a:lstStyle/>
                    <a:p>
                      <a:pPr algn="ctr"/>
                      <a:r>
                        <a:rPr lang="en-US" sz="1400">
                          <a:latin typeface="Arial" panose="020B0604020202020204" pitchFamily="34" charset="0"/>
                          <a:cs typeface="Arial" panose="020B0604020202020204" pitchFamily="34" charset="0"/>
                        </a:rPr>
                        <a:t>VULNERABLE RATINGS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0000"/>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pPr algn="ctr"/>
                      <a:endParaRPr lang="en-US" sz="140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2060"/>
                    </a:solidFill>
                  </a:tcPr>
                </a:tc>
                <a:tc hMerge="1">
                  <a:txBody>
                    <a:bodyPr/>
                    <a:lstStyle/>
                    <a:p>
                      <a:pPr algn="ctr"/>
                      <a:endParaRPr lang="en-US" sz="140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2060"/>
                    </a:solidFill>
                  </a:tcPr>
                </a:tc>
                <a:extLst>
                  <a:ext uri="{0D108BD9-81ED-4DB2-BD59-A6C34878D82A}">
                    <a16:rowId xmlns:a16="http://schemas.microsoft.com/office/drawing/2014/main" val="3500009862"/>
                  </a:ext>
                </a:extLst>
              </a:tr>
              <a:tr h="0">
                <a:tc>
                  <a:txBody>
                    <a:bodyPr/>
                    <a:lstStyle/>
                    <a:p>
                      <a:r>
                        <a:rPr lang="en-US" sz="1200">
                          <a:latin typeface="Arial" panose="020B0604020202020204" pitchFamily="34" charset="0"/>
                          <a:cs typeface="Arial" panose="020B0604020202020204" pitchFamily="34" charset="0"/>
                        </a:rPr>
                        <a:t>Fair</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B,B-</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Poor</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D</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910722763"/>
                  </a:ext>
                </a:extLst>
              </a:tr>
              <a:tr h="0">
                <a:tc>
                  <a:txBody>
                    <a:bodyPr/>
                    <a:lstStyle/>
                    <a:p>
                      <a:r>
                        <a:rPr lang="en-US" sz="1200">
                          <a:latin typeface="Arial" panose="020B0604020202020204" pitchFamily="34" charset="0"/>
                          <a:cs typeface="Arial" panose="020B0604020202020204" pitchFamily="34" charset="0"/>
                        </a:rPr>
                        <a:t>Marginal</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C++, C+</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Under State Supervision</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E</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3311328412"/>
                  </a:ext>
                </a:extLst>
              </a:tr>
              <a:tr h="0">
                <a:tc>
                  <a:txBody>
                    <a:bodyPr/>
                    <a:lstStyle/>
                    <a:p>
                      <a:r>
                        <a:rPr lang="en-US" sz="1200">
                          <a:latin typeface="Arial" panose="020B0604020202020204" pitchFamily="34" charset="0"/>
                          <a:cs typeface="Arial" panose="020B0604020202020204" pitchFamily="34" charset="0"/>
                        </a:rPr>
                        <a:t>Weak</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C, C-</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In Liquidation</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F</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2852371610"/>
                  </a:ext>
                </a:extLst>
              </a:tr>
              <a:tr h="0">
                <a:tc>
                  <a:txBody>
                    <a:bodyPr/>
                    <a:lstStyle/>
                    <a:p>
                      <a:endParaRPr lang="en-US" sz="1200">
                        <a:latin typeface="Arial" panose="020B0604020202020204" pitchFamily="34" charset="0"/>
                        <a:cs typeface="Arial" panose="020B0604020202020204" pitchFamily="34" charset="0"/>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endParaRPr lang="en-US" sz="1200">
                        <a:latin typeface="Arial" panose="020B0604020202020204" pitchFamily="34" charset="0"/>
                        <a:cs typeface="Arial" panose="020B0604020202020204" pitchFamily="34" charset="0"/>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Not Rated</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a:latin typeface="Arial" panose="020B0604020202020204" pitchFamily="34" charset="0"/>
                          <a:cs typeface="Arial" panose="020B0604020202020204" pitchFamily="34" charset="0"/>
                        </a:rPr>
                        <a:t>NR</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46033928"/>
                  </a:ext>
                </a:extLst>
              </a:tr>
            </a:tbl>
          </a:graphicData>
        </a:graphic>
      </p:graphicFrame>
      <p:sp>
        <p:nvSpPr>
          <p:cNvPr id="10" name="TextBox 9">
            <a:extLst>
              <a:ext uri="{FF2B5EF4-FFF2-40B4-BE49-F238E27FC236}">
                <a16:creationId xmlns:a16="http://schemas.microsoft.com/office/drawing/2014/main" id="{519F0CC8-B590-6AA4-3578-7A73F2EB86FA}"/>
              </a:ext>
            </a:extLst>
          </p:cNvPr>
          <p:cNvSpPr txBox="1"/>
          <p:nvPr/>
        </p:nvSpPr>
        <p:spPr>
          <a:xfrm>
            <a:off x="972347" y="9714258"/>
            <a:ext cx="7062537" cy="1323439"/>
          </a:xfrm>
          <a:prstGeom prst="rect">
            <a:avLst/>
          </a:prstGeom>
          <a:noFill/>
        </p:spPr>
        <p:txBody>
          <a:bodyPr wrap="square" rtlCol="0">
            <a:spAutoFit/>
          </a:bodyPr>
          <a:lstStyle/>
          <a:p>
            <a:r>
              <a:rPr lang="en-US" sz="1000" b="0" i="0" u="none" strike="noStrike" baseline="0">
                <a:solidFill>
                  <a:srgbClr val="000000"/>
                </a:solidFill>
                <a:latin typeface="Arial" panose="020B0604020202020204" pitchFamily="34" charset="0"/>
              </a:rPr>
              <a:t>Insurance Carriers that are listed as Not Rated (NR) may not be reviewed by A.M. Best or comparable rating bureaus to determine their financial stability. Admitted Insurers and Workers’ Compensation Insurers for policies issued for a Florida based risk are subject to specific State Insurance Funds. These Funds were established to assist with claim payments in the event an insurer is deemed insolvent by the Florida Department of Financial Services. Limits provided may not cover all costs associated with a claim or demand for payment. </a:t>
            </a:r>
          </a:p>
          <a:p>
            <a:endParaRPr lang="en-US" sz="1000">
              <a:solidFill>
                <a:srgbClr val="000000"/>
              </a:solidFill>
              <a:latin typeface="Arial" panose="020B0604020202020204" pitchFamily="34" charset="0"/>
            </a:endParaRPr>
          </a:p>
          <a:p>
            <a:endParaRPr lang="en-US" sz="1000">
              <a:solidFill>
                <a:srgbClr val="000000"/>
              </a:solidFill>
              <a:latin typeface="Arial" panose="020B0604020202020204" pitchFamily="34" charset="0"/>
            </a:endParaRPr>
          </a:p>
          <a:p>
            <a:endParaRPr lang="en-US" sz="1000" b="0" i="0" u="none" strike="noStrike" baseline="0">
              <a:solidFill>
                <a:srgbClr val="000000"/>
              </a:solidFill>
              <a:latin typeface="Arial" panose="020B0604020202020204" pitchFamily="34" charset="0"/>
            </a:endParaRPr>
          </a:p>
        </p:txBody>
      </p:sp>
    </p:spTree>
    <p:extLst>
      <p:ext uri="{BB962C8B-B14F-4D97-AF65-F5344CB8AC3E}">
        <p14:creationId xmlns:p14="http://schemas.microsoft.com/office/powerpoint/2010/main" val="2264869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8</a:t>
            </a:fld>
            <a:endParaRPr lang="en-US"/>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3790C9C1-8B8B-FFFD-8C46-12798D4F76B2}"/>
              </a:ext>
            </a:extLst>
          </p:cNvPr>
          <p:cNvSpPr txBox="1"/>
          <p:nvPr/>
        </p:nvSpPr>
        <p:spPr>
          <a:xfrm>
            <a:off x="972349" y="1159630"/>
            <a:ext cx="3245632"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Other Disclosures/Disclaimers</a:t>
            </a:r>
          </a:p>
        </p:txBody>
      </p:sp>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a:solidFill>
                  <a:srgbClr val="0000FF"/>
                </a:solidFill>
                <a:effectLst/>
                <a:latin typeface="Arial" panose="020B0604020202020204" pitchFamily="34" charset="0"/>
                <a:ea typeface="Arial" panose="020B0604020202020204" pitchFamily="34" charset="0"/>
                <a:hlinkClick r:id="rId3"/>
              </a:rPr>
              <a:t>www.atlanticsr.com</a:t>
            </a:r>
            <a:r>
              <a:rPr lang="en-US" sz="800" spc="200">
                <a:solidFill>
                  <a:srgbClr val="0462C1"/>
                </a:solidFill>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a:t>
            </a:r>
            <a:r>
              <a:rPr lang="en-US" sz="800" spc="-15">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FL</a:t>
            </a:r>
            <a:r>
              <a:rPr lang="en-US" sz="800" spc="-2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License</a:t>
            </a:r>
            <a:r>
              <a:rPr lang="en-US" sz="800" spc="-3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#L106686</a:t>
            </a:r>
          </a:p>
        </p:txBody>
      </p:sp>
      <p:sp>
        <p:nvSpPr>
          <p:cNvPr id="4" name="TextBox 3">
            <a:extLst>
              <a:ext uri="{FF2B5EF4-FFF2-40B4-BE49-F238E27FC236}">
                <a16:creationId xmlns:a16="http://schemas.microsoft.com/office/drawing/2014/main" id="{3595FEDE-92DF-75D4-B966-FD93B37B068A}"/>
              </a:ext>
            </a:extLst>
          </p:cNvPr>
          <p:cNvSpPr txBox="1"/>
          <p:nvPr/>
        </p:nvSpPr>
        <p:spPr>
          <a:xfrm>
            <a:off x="972349" y="1596212"/>
            <a:ext cx="723018" cy="369332"/>
          </a:xfrm>
          <a:prstGeom prst="rect">
            <a:avLst/>
          </a:prstGeom>
          <a:noFill/>
        </p:spPr>
        <p:txBody>
          <a:bodyPr wrap="none" rtlCol="0">
            <a:spAutoFit/>
          </a:bodyPr>
          <a:lstStyle/>
          <a:p>
            <a:r>
              <a:rPr lang="en-US" cap="small" err="1">
                <a:solidFill>
                  <a:srgbClr val="002060"/>
                </a:solidFill>
                <a:latin typeface="Cambria" panose="02040503050406030204" pitchFamily="18" charset="0"/>
                <a:ea typeface="Cambria" panose="02040503050406030204" pitchFamily="18" charset="0"/>
              </a:rPr>
              <a:t>Fatca</a:t>
            </a:r>
            <a:endParaRPr lang="en-US" cap="small">
              <a:solidFill>
                <a:srgbClr val="002060"/>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265B6C83-242E-F1DB-B785-1297DCC69D50}"/>
              </a:ext>
            </a:extLst>
          </p:cNvPr>
          <p:cNvSpPr txBox="1"/>
          <p:nvPr/>
        </p:nvSpPr>
        <p:spPr>
          <a:xfrm>
            <a:off x="969723" y="1965544"/>
            <a:ext cx="7062537" cy="553998"/>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The Foreign Account Tax Compliance Act (FATCA) requires the notification of certain financial accounts to the United States Internal Revenue Service. Atlantic Specialty Risk does not provide tax advice so please contact your tax consultant for your obligation regarding FATCA.</a:t>
            </a:r>
          </a:p>
        </p:txBody>
      </p:sp>
      <p:sp>
        <p:nvSpPr>
          <p:cNvPr id="2" name="TextBox 1">
            <a:extLst>
              <a:ext uri="{FF2B5EF4-FFF2-40B4-BE49-F238E27FC236}">
                <a16:creationId xmlns:a16="http://schemas.microsoft.com/office/drawing/2014/main" id="{9F26E627-22C5-C449-1DEB-AC8A918ACD64}"/>
              </a:ext>
            </a:extLst>
          </p:cNvPr>
          <p:cNvSpPr txBox="1"/>
          <p:nvPr/>
        </p:nvSpPr>
        <p:spPr>
          <a:xfrm>
            <a:off x="1016767" y="2930976"/>
            <a:ext cx="771365"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NRRA</a:t>
            </a:r>
          </a:p>
        </p:txBody>
      </p:sp>
      <p:sp>
        <p:nvSpPr>
          <p:cNvPr id="7" name="TextBox 6">
            <a:extLst>
              <a:ext uri="{FF2B5EF4-FFF2-40B4-BE49-F238E27FC236}">
                <a16:creationId xmlns:a16="http://schemas.microsoft.com/office/drawing/2014/main" id="{D3D92785-70FE-87C0-DCA9-5DE157D3316F}"/>
              </a:ext>
            </a:extLst>
          </p:cNvPr>
          <p:cNvSpPr txBox="1"/>
          <p:nvPr/>
        </p:nvSpPr>
        <p:spPr>
          <a:xfrm>
            <a:off x="969725" y="3300308"/>
            <a:ext cx="7062537" cy="861774"/>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(Applicable if the insurance company is non-admitted)</a:t>
            </a:r>
          </a:p>
          <a:p>
            <a:r>
              <a:rPr lang="en-US" sz="1000">
                <a:latin typeface="Arial" panose="020B0604020202020204" pitchFamily="34" charset="0"/>
                <a:cs typeface="Arial" panose="020B0604020202020204" pitchFamily="34" charset="0"/>
              </a:rPr>
              <a:t>The Non-Admitted and Reinsurance Reform Act (NRRA) went into effect on July 21, 2011. Accordingly, surplus lines tax rates and regulations are subject to change which could result in an increase or decrease of the total surplus lines taxes and/or fees owed on this placement. If a change is required, we will promptly notify you. Any additional taxes and/or fees must be promptly remitted to Atlantic Specialty Risk</a:t>
            </a:r>
          </a:p>
        </p:txBody>
      </p:sp>
      <p:sp>
        <p:nvSpPr>
          <p:cNvPr id="8" name="TextBox 7">
            <a:extLst>
              <a:ext uri="{FF2B5EF4-FFF2-40B4-BE49-F238E27FC236}">
                <a16:creationId xmlns:a16="http://schemas.microsoft.com/office/drawing/2014/main" id="{3824D7BC-0625-32BA-96AF-0AB020B9643E}"/>
              </a:ext>
            </a:extLst>
          </p:cNvPr>
          <p:cNvSpPr txBox="1"/>
          <p:nvPr/>
        </p:nvSpPr>
        <p:spPr>
          <a:xfrm>
            <a:off x="1016767" y="4531414"/>
            <a:ext cx="1758174"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Guaranty Funds</a:t>
            </a:r>
          </a:p>
        </p:txBody>
      </p:sp>
      <p:sp>
        <p:nvSpPr>
          <p:cNvPr id="9" name="TextBox 8">
            <a:extLst>
              <a:ext uri="{FF2B5EF4-FFF2-40B4-BE49-F238E27FC236}">
                <a16:creationId xmlns:a16="http://schemas.microsoft.com/office/drawing/2014/main" id="{F663D689-4CEA-68D0-144D-A6280CF6900B}"/>
              </a:ext>
            </a:extLst>
          </p:cNvPr>
          <p:cNvSpPr txBox="1"/>
          <p:nvPr/>
        </p:nvSpPr>
        <p:spPr>
          <a:xfrm>
            <a:off x="964984" y="4900746"/>
            <a:ext cx="7062537" cy="553998"/>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Established by law in every state, Guaranty Funds are maintained by the state’s insurance commissioner to protect policyholders in the event that an insurer becomes insolvent or is unable to meet its financial obligations. If your insurance carrier is identified as ‘Non-Admitted’, your policy is not protected by your state’s Guaranty Fund.</a:t>
            </a:r>
          </a:p>
        </p:txBody>
      </p:sp>
      <p:sp>
        <p:nvSpPr>
          <p:cNvPr id="10" name="TextBox 9">
            <a:extLst>
              <a:ext uri="{FF2B5EF4-FFF2-40B4-BE49-F238E27FC236}">
                <a16:creationId xmlns:a16="http://schemas.microsoft.com/office/drawing/2014/main" id="{2E2D24F4-014D-7670-6B1D-B4944DB7BD4E}"/>
              </a:ext>
            </a:extLst>
          </p:cNvPr>
          <p:cNvSpPr txBox="1"/>
          <p:nvPr/>
        </p:nvSpPr>
        <p:spPr>
          <a:xfrm>
            <a:off x="972349" y="5867697"/>
            <a:ext cx="1870064"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Claims Reporting</a:t>
            </a:r>
          </a:p>
        </p:txBody>
      </p:sp>
      <p:sp>
        <p:nvSpPr>
          <p:cNvPr id="13" name="TextBox 12">
            <a:extLst>
              <a:ext uri="{FF2B5EF4-FFF2-40B4-BE49-F238E27FC236}">
                <a16:creationId xmlns:a16="http://schemas.microsoft.com/office/drawing/2014/main" id="{8AC07E10-5879-C012-CAE1-02C9CD88BE30}"/>
              </a:ext>
            </a:extLst>
          </p:cNvPr>
          <p:cNvSpPr txBox="1"/>
          <p:nvPr/>
        </p:nvSpPr>
        <p:spPr>
          <a:xfrm>
            <a:off x="972349" y="6197139"/>
            <a:ext cx="7062537" cy="400110"/>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Your policy will come with specific claim reporting requirements. Please make sure you understand these obligations. Contact your Atlantic Specialty Risk Service Team with any questions.</a:t>
            </a:r>
          </a:p>
        </p:txBody>
      </p:sp>
      <p:sp>
        <p:nvSpPr>
          <p:cNvPr id="14" name="TextBox 13">
            <a:extLst>
              <a:ext uri="{FF2B5EF4-FFF2-40B4-BE49-F238E27FC236}">
                <a16:creationId xmlns:a16="http://schemas.microsoft.com/office/drawing/2014/main" id="{E11CFEC2-9DE1-8834-41E5-20E44F32993E}"/>
              </a:ext>
            </a:extLst>
          </p:cNvPr>
          <p:cNvSpPr txBox="1"/>
          <p:nvPr/>
        </p:nvSpPr>
        <p:spPr>
          <a:xfrm>
            <a:off x="972349" y="7006297"/>
            <a:ext cx="2084225"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Claims Made Policy</a:t>
            </a:r>
          </a:p>
        </p:txBody>
      </p:sp>
      <p:sp>
        <p:nvSpPr>
          <p:cNvPr id="15" name="TextBox 14">
            <a:extLst>
              <a:ext uri="{FF2B5EF4-FFF2-40B4-BE49-F238E27FC236}">
                <a16:creationId xmlns:a16="http://schemas.microsoft.com/office/drawing/2014/main" id="{815A45D7-0A2C-C338-B601-2F83A7EBDFD7}"/>
              </a:ext>
            </a:extLst>
          </p:cNvPr>
          <p:cNvSpPr txBox="1"/>
          <p:nvPr/>
        </p:nvSpPr>
        <p:spPr>
          <a:xfrm>
            <a:off x="964983" y="7345386"/>
            <a:ext cx="7062537" cy="1785104"/>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(Applicable to any coverage that is identified as claims made)</a:t>
            </a:r>
          </a:p>
          <a:p>
            <a:r>
              <a:rPr lang="en-US" sz="1000">
                <a:latin typeface="Arial" panose="020B0604020202020204" pitchFamily="34" charset="0"/>
                <a:cs typeface="Arial" panose="020B0604020202020204" pitchFamily="34" charset="0"/>
              </a:rPr>
              <a:t>This claims-made policy contains a requirement stating that this policy applies only to any claim first made against the Insured and reported to the insurer during the policy period or applicable extended reporting period. Claims must be submitted to the insurer during the policy period, or applicable extended reporting period, as required pursuant to the Claims/Loss Notification Clause within the policy in order for coverage to apply. Late reporting or failure to report pursuant to the policy’s requirements could result in a disclaimer of coverage by the insurer.</a:t>
            </a:r>
          </a:p>
          <a:p>
            <a:endParaRPr lang="en-US" sz="1000">
              <a:latin typeface="Arial" panose="020B0604020202020204" pitchFamily="34" charset="0"/>
              <a:cs typeface="Arial" panose="020B0604020202020204" pitchFamily="34" charset="0"/>
            </a:endParaRPr>
          </a:p>
          <a:p>
            <a:r>
              <a:rPr lang="en-US" sz="1000">
                <a:latin typeface="Arial" panose="020B0604020202020204" pitchFamily="34" charset="0"/>
                <a:cs typeface="Arial" panose="020B0604020202020204" pitchFamily="34" charset="0"/>
              </a:rPr>
              <a:t>Any Employment Practices Liability (EPL) or Directors &amp; Officers (D&amp;O) with EPL coverage must give notice to the insurer of any charges / complaints brought by any state / federal agency (i.e. EEOC and similar proceedings) involving an employee. To preserve your rights under the policy, it is important that timely notice be given to the insurer, whether or not a right to sue letter has been issued.</a:t>
            </a:r>
          </a:p>
        </p:txBody>
      </p:sp>
    </p:spTree>
    <p:extLst>
      <p:ext uri="{BB962C8B-B14F-4D97-AF65-F5344CB8AC3E}">
        <p14:creationId xmlns:p14="http://schemas.microsoft.com/office/powerpoint/2010/main" val="3931032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9</a:t>
            </a:fld>
            <a:endParaRPr lang="en-US"/>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3790C9C1-8B8B-FFFD-8C46-12798D4F76B2}"/>
              </a:ext>
            </a:extLst>
          </p:cNvPr>
          <p:cNvSpPr txBox="1"/>
          <p:nvPr/>
        </p:nvSpPr>
        <p:spPr>
          <a:xfrm>
            <a:off x="972349" y="1159630"/>
            <a:ext cx="4462825"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Other Disclosures/Disclaimers (continued)</a:t>
            </a:r>
          </a:p>
        </p:txBody>
      </p:sp>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a:solidFill>
                  <a:srgbClr val="0000FF"/>
                </a:solidFill>
                <a:effectLst/>
                <a:latin typeface="Arial" panose="020B0604020202020204" pitchFamily="34" charset="0"/>
                <a:ea typeface="Arial" panose="020B0604020202020204" pitchFamily="34" charset="0"/>
                <a:hlinkClick r:id="rId3"/>
              </a:rPr>
              <a:t>www.atlanticsr.com</a:t>
            </a:r>
            <a:r>
              <a:rPr lang="en-US" sz="800" spc="200">
                <a:solidFill>
                  <a:srgbClr val="0462C1"/>
                </a:solidFill>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a:t>
            </a:r>
            <a:r>
              <a:rPr lang="en-US" sz="800" spc="-15">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FL</a:t>
            </a:r>
            <a:r>
              <a:rPr lang="en-US" sz="800" spc="-2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License</a:t>
            </a:r>
            <a:r>
              <a:rPr lang="en-US" sz="800" spc="-30">
                <a:effectLst/>
                <a:latin typeface="Arial" panose="020B0604020202020204" pitchFamily="34" charset="0"/>
                <a:ea typeface="Arial" panose="020B0604020202020204" pitchFamily="34" charset="0"/>
              </a:rPr>
              <a:t> </a:t>
            </a:r>
            <a:r>
              <a:rPr lang="en-US" sz="800">
                <a:effectLst/>
                <a:latin typeface="Arial" panose="020B0604020202020204" pitchFamily="34" charset="0"/>
                <a:ea typeface="Arial" panose="020B0604020202020204" pitchFamily="34" charset="0"/>
              </a:rPr>
              <a:t>#L106686</a:t>
            </a:r>
          </a:p>
        </p:txBody>
      </p:sp>
      <p:sp>
        <p:nvSpPr>
          <p:cNvPr id="4" name="TextBox 3">
            <a:extLst>
              <a:ext uri="{FF2B5EF4-FFF2-40B4-BE49-F238E27FC236}">
                <a16:creationId xmlns:a16="http://schemas.microsoft.com/office/drawing/2014/main" id="{3595FEDE-92DF-75D4-B966-FD93B37B068A}"/>
              </a:ext>
            </a:extLst>
          </p:cNvPr>
          <p:cNvSpPr txBox="1"/>
          <p:nvPr/>
        </p:nvSpPr>
        <p:spPr>
          <a:xfrm>
            <a:off x="972349" y="1596212"/>
            <a:ext cx="2836289"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Changes and Developments</a:t>
            </a:r>
          </a:p>
        </p:txBody>
      </p:sp>
      <p:sp>
        <p:nvSpPr>
          <p:cNvPr id="6" name="TextBox 5">
            <a:extLst>
              <a:ext uri="{FF2B5EF4-FFF2-40B4-BE49-F238E27FC236}">
                <a16:creationId xmlns:a16="http://schemas.microsoft.com/office/drawing/2014/main" id="{265B6C83-242E-F1DB-B785-1297DCC69D50}"/>
              </a:ext>
            </a:extLst>
          </p:cNvPr>
          <p:cNvSpPr txBox="1"/>
          <p:nvPr/>
        </p:nvSpPr>
        <p:spPr>
          <a:xfrm>
            <a:off x="969723" y="1965544"/>
            <a:ext cx="7062537" cy="2708434"/>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It is important that we be advised of any changes in your operations, which may have a bearing on the validity and/or adequacy of your insurance. The types of changes that concern us include, but are not limited to, those listed below:</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Changes in any operations such as expansion to another state, new products, or new applications of existing products.</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Travel to any state not previously disclosed.</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Permanent operations outside the United States, Canada, or Puerto Rico.</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Mergers and/or acquisition of new companies and any change in business ownership, including percentages.</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Any newly assumed contractual liability, granting of indemnities or hold harmless agreements.</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Any changes in existing premises including vacancy, whether temporary or permanent, alterations, demolition, etc. Also, any new premises either purchased, constructed or occupied</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Circumstances which may require an increased liability insurance limit.</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Any changes in fire or theft protection such as the installation of or disconnection of sprinkler systems, burglar alarms, etc. This includes any alterations to the system.</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Immediate notification of any changes to a scheduled of equipment, property, vehicles, electronic data processing, etc.</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Property of yours that is in transit, unless previously discussed and/or currently insured.</a:t>
            </a:r>
          </a:p>
        </p:txBody>
      </p:sp>
      <p:sp>
        <p:nvSpPr>
          <p:cNvPr id="10" name="TextBox 9">
            <a:extLst>
              <a:ext uri="{FF2B5EF4-FFF2-40B4-BE49-F238E27FC236}">
                <a16:creationId xmlns:a16="http://schemas.microsoft.com/office/drawing/2014/main" id="{2E2D24F4-014D-7670-6B1D-B4944DB7BD4E}"/>
              </a:ext>
            </a:extLst>
          </p:cNvPr>
          <p:cNvSpPr txBox="1"/>
          <p:nvPr/>
        </p:nvSpPr>
        <p:spPr>
          <a:xfrm>
            <a:off x="969723" y="4741228"/>
            <a:ext cx="3755580"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Certificates / Evidence of Insurance</a:t>
            </a:r>
          </a:p>
        </p:txBody>
      </p:sp>
      <p:sp>
        <p:nvSpPr>
          <p:cNvPr id="13" name="TextBox 12">
            <a:extLst>
              <a:ext uri="{FF2B5EF4-FFF2-40B4-BE49-F238E27FC236}">
                <a16:creationId xmlns:a16="http://schemas.microsoft.com/office/drawing/2014/main" id="{8AC07E10-5879-C012-CAE1-02C9CD88BE30}"/>
              </a:ext>
            </a:extLst>
          </p:cNvPr>
          <p:cNvSpPr txBox="1"/>
          <p:nvPr/>
        </p:nvSpPr>
        <p:spPr>
          <a:xfrm>
            <a:off x="969722" y="5177810"/>
            <a:ext cx="7062537" cy="4093428"/>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A Certificate or Evidence is issued as a matter of information only and confers no rights upon the certificate holder. The certificate does not affirmatively or negatively amend, extend or alter the coverage afforded by a policy, nor does it constitute a contract between the issuing insurer(s), authorized representative, producer or recipient.</a:t>
            </a:r>
          </a:p>
          <a:p>
            <a:endParaRPr lang="en-US" sz="1000">
              <a:latin typeface="Arial" panose="020B0604020202020204" pitchFamily="34" charset="0"/>
              <a:cs typeface="Arial" panose="020B0604020202020204" pitchFamily="34" charset="0"/>
            </a:endParaRPr>
          </a:p>
          <a:p>
            <a:r>
              <a:rPr lang="en-US" sz="1000">
                <a:latin typeface="Arial" panose="020B0604020202020204" pitchFamily="34" charset="0"/>
                <a:cs typeface="Arial" panose="020B0604020202020204" pitchFamily="34" charset="0"/>
              </a:rPr>
              <a:t>You may have signed contracts, leases or other agreements requiring you to provide this evidence. In those agreements, you may assume obligations and/or liability for others (Indemnification, Hold Harmless) and some of the obligations that are not covered by insurance. We recommend that you and your legal counsel review these documents.</a:t>
            </a:r>
          </a:p>
          <a:p>
            <a:endParaRPr lang="en-US" sz="1000">
              <a:latin typeface="Arial" panose="020B0604020202020204" pitchFamily="34" charset="0"/>
              <a:cs typeface="Arial" panose="020B0604020202020204" pitchFamily="34" charset="0"/>
            </a:endParaRPr>
          </a:p>
          <a:p>
            <a:r>
              <a:rPr lang="en-US" sz="1000">
                <a:latin typeface="Arial" panose="020B0604020202020204" pitchFamily="34" charset="0"/>
                <a:cs typeface="Arial" panose="020B0604020202020204" pitchFamily="34" charset="0"/>
              </a:rPr>
              <a:t>In addition to providing a Certificate or Evidence of Insurance, you may be required to name your landlord, client or customer on your policy as a loss payee on property insurance or as an additional insured on liability insurance. This is only possible with permission of the insurance company, added by endorsement and, in some cases, an additional premium.</a:t>
            </a:r>
          </a:p>
          <a:p>
            <a:endParaRPr lang="en-US" sz="1000">
              <a:latin typeface="Arial" panose="020B0604020202020204" pitchFamily="34" charset="0"/>
              <a:cs typeface="Arial" panose="020B0604020202020204" pitchFamily="34" charset="0"/>
            </a:endParaRPr>
          </a:p>
          <a:p>
            <a:r>
              <a:rPr lang="en-US" sz="1000">
                <a:latin typeface="Arial" panose="020B0604020202020204" pitchFamily="34" charset="0"/>
                <a:cs typeface="Arial" panose="020B0604020202020204" pitchFamily="34" charset="0"/>
              </a:rPr>
              <a:t>By naming the certificate holder as additional insured, there are consequences to your risks and insurance policy including:</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Your policy limits are now shared with other entities; their claims involvement may reduce or exhaust your aggregate limit.</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Your policy may provide higher limits than required by contract; your full limits can be exposed to the additional insured.</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There may be conflicts in defense when your insurer has to defend both you and the additional insured.</a:t>
            </a:r>
          </a:p>
          <a:p>
            <a:pPr marL="1085850" lvl="2" indent="-171450">
              <a:buFont typeface="Arial" panose="020B0604020202020204" pitchFamily="34" charset="0"/>
              <a:buChar char="•"/>
            </a:pPr>
            <a:r>
              <a:rPr lang="en-US" sz="1000">
                <a:latin typeface="Arial" panose="020B0604020202020204" pitchFamily="34" charset="0"/>
                <a:cs typeface="Arial" panose="020B0604020202020204" pitchFamily="34" charset="0"/>
              </a:rPr>
              <a:t>An additional insured endorsement will most likely not provide notification of cancellation. Some insurance companies use a “blanket” additional insured endorsement that provides coverage automatically when it is required in a written contract. Most insurance companies do not want to be notified of all additional insureds when there is a blanket endorsement on the policy. If a notice of cancellation is required for the additional insured party, you must notify us immediately and we will request an endorsement from your insurance company. There may be an additional premium for adding a notice of cancellation endorsement for an additional insured.</a:t>
            </a:r>
          </a:p>
        </p:txBody>
      </p:sp>
      <p:sp>
        <p:nvSpPr>
          <p:cNvPr id="2" name="TextBox 1">
            <a:extLst>
              <a:ext uri="{FF2B5EF4-FFF2-40B4-BE49-F238E27FC236}">
                <a16:creationId xmlns:a16="http://schemas.microsoft.com/office/drawing/2014/main" id="{D5DB0AF5-0B8A-D66F-C211-8361DA6AB026}"/>
              </a:ext>
            </a:extLst>
          </p:cNvPr>
          <p:cNvSpPr txBox="1"/>
          <p:nvPr/>
        </p:nvSpPr>
        <p:spPr>
          <a:xfrm>
            <a:off x="969722" y="9271238"/>
            <a:ext cx="909993" cy="369332"/>
          </a:xfrm>
          <a:prstGeom prst="rect">
            <a:avLst/>
          </a:prstGeom>
          <a:noFill/>
        </p:spPr>
        <p:txBody>
          <a:bodyPr wrap="none" rtlCol="0">
            <a:spAutoFit/>
          </a:bodyPr>
          <a:lstStyle/>
          <a:p>
            <a:r>
              <a:rPr lang="en-US" cap="small">
                <a:solidFill>
                  <a:srgbClr val="002060"/>
                </a:solidFill>
                <a:latin typeface="Cambria" panose="02040503050406030204" pitchFamily="18" charset="0"/>
                <a:ea typeface="Cambria" panose="02040503050406030204" pitchFamily="18" charset="0"/>
              </a:rPr>
              <a:t>Privacy</a:t>
            </a:r>
          </a:p>
        </p:txBody>
      </p:sp>
      <p:sp>
        <p:nvSpPr>
          <p:cNvPr id="3" name="TextBox 2">
            <a:extLst>
              <a:ext uri="{FF2B5EF4-FFF2-40B4-BE49-F238E27FC236}">
                <a16:creationId xmlns:a16="http://schemas.microsoft.com/office/drawing/2014/main" id="{D5E61571-C7B0-827E-3E5D-293DA4F33812}"/>
              </a:ext>
            </a:extLst>
          </p:cNvPr>
          <p:cNvSpPr txBox="1"/>
          <p:nvPr/>
        </p:nvSpPr>
        <p:spPr>
          <a:xfrm>
            <a:off x="969721" y="9640570"/>
            <a:ext cx="7062537" cy="861774"/>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At Atlantic Specialty Risk, one of our top priorities is making sure that the information we have about you is protected and secure. We value our relationship with you and work hard to preserve your privacy and ensure that your preferences are honored. At the same time, the very nature of our relationship may result in Atlantic Specialty Risk’s collecting or sharing certain types of information about you in order to provide the products and services you expect from us. Please contact your Atlantic Specialty Risk service team should you have any questions.</a:t>
            </a:r>
          </a:p>
        </p:txBody>
      </p:sp>
      <p:sp>
        <p:nvSpPr>
          <p:cNvPr id="7" name="TextBox 6">
            <a:extLst>
              <a:ext uri="{FF2B5EF4-FFF2-40B4-BE49-F238E27FC236}">
                <a16:creationId xmlns:a16="http://schemas.microsoft.com/office/drawing/2014/main" id="{EAAEABFC-182B-A75A-E7DC-38B9B6843B13}"/>
              </a:ext>
            </a:extLst>
          </p:cNvPr>
          <p:cNvSpPr txBox="1"/>
          <p:nvPr/>
        </p:nvSpPr>
        <p:spPr>
          <a:xfrm>
            <a:off x="969721" y="10871676"/>
            <a:ext cx="7062536" cy="307777"/>
          </a:xfrm>
          <a:prstGeom prst="rect">
            <a:avLst/>
          </a:prstGeom>
          <a:noFill/>
        </p:spPr>
        <p:txBody>
          <a:bodyPr wrap="square">
            <a:spAutoFit/>
          </a:bodyPr>
          <a:lstStyle/>
          <a:p>
            <a:r>
              <a:rPr lang="en-US" sz="1400" i="1">
                <a:solidFill>
                  <a:srgbClr val="00B0F0"/>
                </a:solidFill>
                <a:latin typeface="Arial" panose="020B0604020202020204" pitchFamily="34" charset="0"/>
                <a:cs typeface="Arial" panose="020B0604020202020204" pitchFamily="34" charset="0"/>
              </a:rPr>
              <a:t>Atlantic Specialty Risk is a wholly owned subsidiary of JV Florida Insurance Corp</a:t>
            </a:r>
          </a:p>
        </p:txBody>
      </p:sp>
    </p:spTree>
    <p:extLst>
      <p:ext uri="{BB962C8B-B14F-4D97-AF65-F5344CB8AC3E}">
        <p14:creationId xmlns:p14="http://schemas.microsoft.com/office/powerpoint/2010/main" val="3548014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624D0BB-9312-7058-9CC0-18F3F8B9EF86}"/>
              </a:ext>
            </a:extLst>
          </p:cNvPr>
          <p:cNvSpPr>
            <a:spLocks noGrp="1"/>
          </p:cNvSpPr>
          <p:nvPr>
            <p:ph type="title"/>
          </p:nvPr>
        </p:nvSpPr>
        <p:spPr>
          <a:xfrm>
            <a:off x="4609957" y="2475481"/>
            <a:ext cx="3562351" cy="936977"/>
          </a:xfrm>
        </p:spPr>
        <p:txBody>
          <a:bodyPr/>
          <a:lstStyle/>
          <a:p>
            <a:r>
              <a:rPr lang="en-US">
                <a:solidFill>
                  <a:srgbClr val="00069F"/>
                </a:solidFill>
                <a:latin typeface="Quire Sans" panose="020B0502040400020003" pitchFamily="34" charset="0"/>
                <a:cs typeface="Quire Sans" panose="020B0502040400020003" pitchFamily="34" charset="0"/>
              </a:rPr>
              <a:t>About us:</a:t>
            </a:r>
          </a:p>
        </p:txBody>
      </p:sp>
      <p:pic>
        <p:nvPicPr>
          <p:cNvPr id="11" name="Picture Placeholder 10">
            <a:extLst>
              <a:ext uri="{FF2B5EF4-FFF2-40B4-BE49-F238E27FC236}">
                <a16:creationId xmlns:a16="http://schemas.microsoft.com/office/drawing/2014/main" id="{BC4E42B2-88C6-F9BC-3B33-06D459D59D9D}"/>
              </a:ext>
            </a:extLst>
          </p:cNvPr>
          <p:cNvPicPr>
            <a:picLocks noGrp="1" noChangeAspect="1"/>
          </p:cNvPicPr>
          <p:nvPr>
            <p:ph type="pic" sz="quarter" idx="13"/>
          </p:nvPr>
        </p:nvPicPr>
        <p:blipFill>
          <a:blip r:embed="rId2"/>
          <a:srcRect l="29227" r="29227"/>
          <a:stretch/>
        </p:blipFill>
        <p:spPr/>
      </p:pic>
      <p:sp>
        <p:nvSpPr>
          <p:cNvPr id="13" name="Text Placeholder 12">
            <a:extLst>
              <a:ext uri="{FF2B5EF4-FFF2-40B4-BE49-F238E27FC236}">
                <a16:creationId xmlns:a16="http://schemas.microsoft.com/office/drawing/2014/main" id="{78B4540B-6D2D-407D-B01B-162832BECF8C}"/>
              </a:ext>
            </a:extLst>
          </p:cNvPr>
          <p:cNvSpPr>
            <a:spLocks noGrp="1"/>
          </p:cNvSpPr>
          <p:nvPr>
            <p:ph type="body" sz="quarter" idx="15"/>
          </p:nvPr>
        </p:nvSpPr>
        <p:spPr>
          <a:xfrm>
            <a:off x="4609957" y="3518612"/>
            <a:ext cx="4015428" cy="6606427"/>
          </a:xfrm>
        </p:spPr>
        <p:txBody>
          <a:bodyPr/>
          <a:lstStyle/>
          <a:p>
            <a:r>
              <a:rPr lang="en-US">
                <a:solidFill>
                  <a:srgbClr val="00069F"/>
                </a:solidFill>
                <a:latin typeface="Quire Sans" panose="020B0502040400020003" pitchFamily="34" charset="0"/>
                <a:cs typeface="Quire Sans" panose="020B0502040400020003" pitchFamily="34" charset="0"/>
              </a:rPr>
              <a:t>Atlantic Specialty Risk is a Florida based specialty insurance brokerage, focused on delivering nontraditional risk solutions to middle market enterprises throughout the United States and beyond. Founded in 2015, the genesis of the company dates to the early 1990’s in the property and casualty areas, evolving to present day experts in aviation risk exposures. Having the ability to access standard admitted markets as well as non-admitted (excess &amp; surplus) markets, we have tremendous flexibility relative to the coverage design and risk solutions.</a:t>
            </a:r>
            <a:br>
              <a:rPr lang="en-US">
                <a:solidFill>
                  <a:srgbClr val="00069F"/>
                </a:solidFill>
                <a:latin typeface="Quire Sans" panose="020B0502040400020003" pitchFamily="34" charset="0"/>
                <a:cs typeface="Quire Sans" panose="020B0502040400020003" pitchFamily="34" charset="0"/>
              </a:rPr>
            </a:br>
            <a:br>
              <a:rPr lang="en-US">
                <a:solidFill>
                  <a:srgbClr val="00069F"/>
                </a:solidFill>
                <a:latin typeface="Quire Sans" panose="020B0502040400020003" pitchFamily="34" charset="0"/>
                <a:cs typeface="Quire Sans" panose="020B0502040400020003" pitchFamily="34" charset="0"/>
              </a:rPr>
            </a:br>
            <a:r>
              <a:rPr lang="en-US">
                <a:solidFill>
                  <a:srgbClr val="00069F"/>
                </a:solidFill>
                <a:latin typeface="Quire Sans" panose="020B0502040400020003" pitchFamily="34" charset="0"/>
                <a:cs typeface="Quire Sans" panose="020B0502040400020003" pitchFamily="34" charset="0"/>
              </a:rPr>
              <a:t>People, Process and Planning are central to our culture. SERVICE is what we do at our core. EXPERIENCE is how we do it. We keep focused on the OUTCOME of our Client. Our BRAND is our promise.</a:t>
            </a:r>
          </a:p>
          <a:p>
            <a:endParaRPr lang="en-US"/>
          </a:p>
        </p:txBody>
      </p:sp>
      <p:sp>
        <p:nvSpPr>
          <p:cNvPr id="6" name="Slide Number Placeholder 5">
            <a:extLst>
              <a:ext uri="{FF2B5EF4-FFF2-40B4-BE49-F238E27FC236}">
                <a16:creationId xmlns:a16="http://schemas.microsoft.com/office/drawing/2014/main" id="{A4E97A67-BB9E-A418-0390-62F4CC26B2B6}"/>
              </a:ext>
            </a:extLst>
          </p:cNvPr>
          <p:cNvSpPr>
            <a:spLocks noGrp="1"/>
          </p:cNvSpPr>
          <p:nvPr>
            <p:ph type="sldNum" sz="quarter" idx="12"/>
          </p:nvPr>
        </p:nvSpPr>
        <p:spPr/>
        <p:txBody>
          <a:bodyPr/>
          <a:lstStyle/>
          <a:p>
            <a:fld id="{F91729D4-A164-47A3-830D-E792BCE699E4}" type="slidenum">
              <a:rPr lang="en-US" smtClean="0"/>
              <a:t>10</a:t>
            </a:fld>
            <a:endParaRPr lang="en-US"/>
          </a:p>
        </p:txBody>
      </p:sp>
      <p:pic>
        <p:nvPicPr>
          <p:cNvPr id="14" name="Picture 13" descr="A blue and black logo&#10;&#10;AI-generated content may be incorrect.">
            <a:extLst>
              <a:ext uri="{FF2B5EF4-FFF2-40B4-BE49-F238E27FC236}">
                <a16:creationId xmlns:a16="http://schemas.microsoft.com/office/drawing/2014/main" id="{0813D096-AD37-41D7-E2E7-4CE88E4F6D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2781" y="179540"/>
            <a:ext cx="2126138" cy="1275683"/>
          </a:xfrm>
          <a:prstGeom prst="rect">
            <a:avLst/>
          </a:prstGeom>
        </p:spPr>
      </p:pic>
      <p:sp>
        <p:nvSpPr>
          <p:cNvPr id="15" name="TextBox 14">
            <a:extLst>
              <a:ext uri="{FF2B5EF4-FFF2-40B4-BE49-F238E27FC236}">
                <a16:creationId xmlns:a16="http://schemas.microsoft.com/office/drawing/2014/main" id="{CA69C190-44A7-E0D6-2049-9FF8AADF4901}"/>
              </a:ext>
            </a:extLst>
          </p:cNvPr>
          <p:cNvSpPr txBox="1"/>
          <p:nvPr/>
        </p:nvSpPr>
        <p:spPr>
          <a:xfrm>
            <a:off x="5466429" y="10055957"/>
            <a:ext cx="2254143" cy="369332"/>
          </a:xfrm>
          <a:prstGeom prst="rect">
            <a:avLst/>
          </a:prstGeom>
          <a:noFill/>
        </p:spPr>
        <p:txBody>
          <a:bodyPr wrap="none" rtlCol="0">
            <a:spAutoFit/>
          </a:bodyPr>
          <a:lstStyle/>
          <a:p>
            <a:r>
              <a:rPr lang="en-US" b="1">
                <a:solidFill>
                  <a:srgbClr val="00069F"/>
                </a:solidFill>
                <a:latin typeface="Quire Sans" panose="020B0502040400020003" pitchFamily="34" charset="0"/>
                <a:cs typeface="Quire Sans" panose="020B0502040400020003" pitchFamily="34" charset="0"/>
              </a:rPr>
              <a:t>www.atlanticsr.com</a:t>
            </a:r>
          </a:p>
        </p:txBody>
      </p:sp>
    </p:spTree>
    <p:extLst>
      <p:ext uri="{BB962C8B-B14F-4D97-AF65-F5344CB8AC3E}">
        <p14:creationId xmlns:p14="http://schemas.microsoft.com/office/powerpoint/2010/main" val="2266742293"/>
      </p:ext>
    </p:extLst>
  </p:cSld>
  <p:clrMapOvr>
    <a:masterClrMapping/>
  </p:clrMapOvr>
</p:sld>
</file>

<file path=ppt/theme/theme1.xml><?xml version="1.0" encoding="utf-8"?>
<a:theme xmlns:a="http://schemas.openxmlformats.org/drawingml/2006/main" name="Office Theme">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astal_Presentation_TM33468121_Win32_JC_SL_v3" id="{EB91EBED-606F-4526-98F2-0BC37D122083}" vid="{0066A017-97AF-4FCB-BD31-68FEF3C01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84E3F0-7763-473A-A672-F70F538DAC70}">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D0C81F5-4E08-4068-8DC9-6D21305E57B8}">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119E3DC-63DC-4703-A1A6-A21819296CF6}">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Coastal presentation</Template>
  <Application>Microsoft Office PowerPoint</Application>
  <PresentationFormat>Custom</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Insurance Proposal  Homeowners  June 3, 2026     Presented by    John H. Vratsinas      President               ATLANTIC SPECIALTY RISK 3400 NE 34th Street Suite 200                 Fort Lauderdale, Florida 33308 O: 954-904-3190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About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Proposal  April 11, 2024     Presented by John H. Vratsinas President               ATLANTIC SPECIALTY RISK 3400 NE 34th Street Suite 200                 Fort Lauderdale, Florida 33308 O: 954-904-3190</dc:title>
  <dc:creator>John Vratsinas</dc:creator>
  <cp:revision>1</cp:revision>
  <cp:lastPrinted>2025-07-02T21:01:27Z</cp:lastPrinted>
  <dcterms:created xsi:type="dcterms:W3CDTF">2024-05-03T21:16:25Z</dcterms:created>
  <dcterms:modified xsi:type="dcterms:W3CDTF">2026-06-03T14:38:30Z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